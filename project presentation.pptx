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4"/>
  </p:sldMasterIdLst>
  <p:notesMasterIdLst>
    <p:notesMasterId r:id="rId21"/>
  </p:notesMasterIdLst>
  <p:handoutMasterIdLst>
    <p:handoutMasterId r:id="rId22"/>
  </p:handoutMasterIdLst>
  <p:sldIdLst>
    <p:sldId id="298" r:id="rId5"/>
    <p:sldId id="295" r:id="rId6"/>
    <p:sldId id="296" r:id="rId7"/>
    <p:sldId id="276" r:id="rId8"/>
    <p:sldId id="283" r:id="rId9"/>
    <p:sldId id="261" r:id="rId10"/>
    <p:sldId id="268" r:id="rId11"/>
    <p:sldId id="264" r:id="rId12"/>
    <p:sldId id="263" r:id="rId13"/>
    <p:sldId id="266" r:id="rId14"/>
    <p:sldId id="267" r:id="rId15"/>
    <p:sldId id="290" r:id="rId16"/>
    <p:sldId id="291" r:id="rId17"/>
    <p:sldId id="292" r:id="rId18"/>
    <p:sldId id="293" r:id="rId19"/>
    <p:sldId id="26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94" autoAdjust="0"/>
  </p:normalViewPr>
  <p:slideViewPr>
    <p:cSldViewPr snapToGrid="0">
      <p:cViewPr varScale="1">
        <p:scale>
          <a:sx n="80" d="100"/>
          <a:sy n="80" d="100"/>
        </p:scale>
        <p:origin x="378" y="9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vyarramamurthy@gmail.com" userId="514cce189bf9752d" providerId="LiveId" clId="{456020F2-1A58-44AC-A03F-61426B10548D}"/>
    <pc:docChg chg="undo custSel addSld delSld modSld sldOrd modMainMaster">
      <pc:chgData name="divyarramamurthy@gmail.com" userId="514cce189bf9752d" providerId="LiveId" clId="{456020F2-1A58-44AC-A03F-61426B10548D}" dt="2025-07-06T09:38:20.594" v="2537"/>
      <pc:docMkLst>
        <pc:docMk/>
      </pc:docMkLst>
      <pc:sldChg chg="addSp delSp modSp del mod">
        <pc:chgData name="divyarramamurthy@gmail.com" userId="514cce189bf9752d" providerId="LiveId" clId="{456020F2-1A58-44AC-A03F-61426B10548D}" dt="2025-07-02T13:54:43.840" v="344" actId="2696"/>
        <pc:sldMkLst>
          <pc:docMk/>
          <pc:sldMk cId="435195399" sldId="257"/>
        </pc:sldMkLst>
      </pc:sldChg>
      <pc:sldChg chg="addSp delSp modSp mod modTransition modAnim">
        <pc:chgData name="divyarramamurthy@gmail.com" userId="514cce189bf9752d" providerId="LiveId" clId="{456020F2-1A58-44AC-A03F-61426B10548D}" dt="2025-07-03T10:27:53.108" v="1696"/>
        <pc:sldMkLst>
          <pc:docMk/>
          <pc:sldMk cId="3666674671" sldId="261"/>
        </pc:sldMkLst>
        <pc:spChg chg="mod">
          <ac:chgData name="divyarramamurthy@gmail.com" userId="514cce189bf9752d" providerId="LiveId" clId="{456020F2-1A58-44AC-A03F-61426B10548D}" dt="2025-07-03T10:00:29.777" v="1646" actId="1076"/>
          <ac:spMkLst>
            <pc:docMk/>
            <pc:sldMk cId="3666674671" sldId="261"/>
            <ac:spMk id="2" creationId="{9635F5E3-2B1C-7C0A-8581-67A9052D13AA}"/>
          </ac:spMkLst>
        </pc:spChg>
        <pc:spChg chg="mod topLvl">
          <ac:chgData name="divyarramamurthy@gmail.com" userId="514cce189bf9752d" providerId="LiveId" clId="{456020F2-1A58-44AC-A03F-61426B10548D}" dt="2025-07-03T09:59:53.241" v="1640" actId="164"/>
          <ac:spMkLst>
            <pc:docMk/>
            <pc:sldMk cId="3666674671" sldId="261"/>
            <ac:spMk id="10" creationId="{307F6738-F614-79E1-C435-6CB619B5D415}"/>
          </ac:spMkLst>
        </pc:spChg>
        <pc:spChg chg="mod">
          <ac:chgData name="divyarramamurthy@gmail.com" userId="514cce189bf9752d" providerId="LiveId" clId="{456020F2-1A58-44AC-A03F-61426B10548D}" dt="2025-07-03T10:02:12.268" v="1652" actId="164"/>
          <ac:spMkLst>
            <pc:docMk/>
            <pc:sldMk cId="3666674671" sldId="261"/>
            <ac:spMk id="11" creationId="{7B35620C-8F6F-72C4-A097-8FC74C9BE145}"/>
          </ac:spMkLst>
        </pc:spChg>
        <pc:spChg chg="mod">
          <ac:chgData name="divyarramamurthy@gmail.com" userId="514cce189bf9752d" providerId="LiveId" clId="{456020F2-1A58-44AC-A03F-61426B10548D}" dt="2025-07-03T10:00:09.888" v="1642" actId="164"/>
          <ac:spMkLst>
            <pc:docMk/>
            <pc:sldMk cId="3666674671" sldId="261"/>
            <ac:spMk id="13" creationId="{83334095-0891-3CF7-7C10-DE65202AA887}"/>
          </ac:spMkLst>
        </pc:spChg>
        <pc:spChg chg="mod">
          <ac:chgData name="divyarramamurthy@gmail.com" userId="514cce189bf9752d" providerId="LiveId" clId="{456020F2-1A58-44AC-A03F-61426B10548D}" dt="2025-07-03T10:00:02.520" v="1641" actId="164"/>
          <ac:spMkLst>
            <pc:docMk/>
            <pc:sldMk cId="3666674671" sldId="261"/>
            <ac:spMk id="14" creationId="{E979081F-D453-8D52-9D62-1A6E6945C0ED}"/>
          </ac:spMkLst>
        </pc:spChg>
        <pc:spChg chg="mod topLvl">
          <ac:chgData name="divyarramamurthy@gmail.com" userId="514cce189bf9752d" providerId="LiveId" clId="{456020F2-1A58-44AC-A03F-61426B10548D}" dt="2025-07-03T09:59:53.241" v="1640" actId="164"/>
          <ac:spMkLst>
            <pc:docMk/>
            <pc:sldMk cId="3666674671" sldId="261"/>
            <ac:spMk id="21" creationId="{8CD7AB1B-DD3B-3586-80C5-48825383399C}"/>
          </ac:spMkLst>
        </pc:spChg>
        <pc:spChg chg="mod">
          <ac:chgData name="divyarramamurthy@gmail.com" userId="514cce189bf9752d" providerId="LiveId" clId="{456020F2-1A58-44AC-A03F-61426B10548D}" dt="2025-07-03T10:02:12.268" v="1652" actId="164"/>
          <ac:spMkLst>
            <pc:docMk/>
            <pc:sldMk cId="3666674671" sldId="261"/>
            <ac:spMk id="22" creationId="{82D49770-CC1B-9CBA-D846-BA88CAADA097}"/>
          </ac:spMkLst>
        </pc:spChg>
        <pc:spChg chg="mod">
          <ac:chgData name="divyarramamurthy@gmail.com" userId="514cce189bf9752d" providerId="LiveId" clId="{456020F2-1A58-44AC-A03F-61426B10548D}" dt="2025-07-03T10:00:09.888" v="1642" actId="164"/>
          <ac:spMkLst>
            <pc:docMk/>
            <pc:sldMk cId="3666674671" sldId="261"/>
            <ac:spMk id="23" creationId="{A8FB994B-5BB3-757C-301C-F325BAC30A0C}"/>
          </ac:spMkLst>
        </pc:spChg>
        <pc:spChg chg="mod">
          <ac:chgData name="divyarramamurthy@gmail.com" userId="514cce189bf9752d" providerId="LiveId" clId="{456020F2-1A58-44AC-A03F-61426B10548D}" dt="2025-07-03T10:00:02.520" v="1641" actId="164"/>
          <ac:spMkLst>
            <pc:docMk/>
            <pc:sldMk cId="3666674671" sldId="261"/>
            <ac:spMk id="25" creationId="{CF6AAE0D-5A21-3F42-C9D2-4B1D0A127250}"/>
          </ac:spMkLst>
        </pc:spChg>
        <pc:spChg chg="mod topLvl">
          <ac:chgData name="divyarramamurthy@gmail.com" userId="514cce189bf9752d" providerId="LiveId" clId="{456020F2-1A58-44AC-A03F-61426B10548D}" dt="2025-07-03T09:59:53.241" v="1640" actId="164"/>
          <ac:spMkLst>
            <pc:docMk/>
            <pc:sldMk cId="3666674671" sldId="261"/>
            <ac:spMk id="26" creationId="{1429761B-005D-33CF-5FB1-352E07809882}"/>
          </ac:spMkLst>
        </pc:spChg>
        <pc:spChg chg="mod">
          <ac:chgData name="divyarramamurthy@gmail.com" userId="514cce189bf9752d" providerId="LiveId" clId="{456020F2-1A58-44AC-A03F-61426B10548D}" dt="2025-07-03T10:00:02.520" v="1641" actId="164"/>
          <ac:spMkLst>
            <pc:docMk/>
            <pc:sldMk cId="3666674671" sldId="261"/>
            <ac:spMk id="27" creationId="{96986E77-FCD7-EECF-93C8-EAF1FD369DAA}"/>
          </ac:spMkLst>
        </pc:spChg>
        <pc:spChg chg="mod">
          <ac:chgData name="divyarramamurthy@gmail.com" userId="514cce189bf9752d" providerId="LiveId" clId="{456020F2-1A58-44AC-A03F-61426B10548D}" dt="2025-07-03T10:00:09.888" v="1642" actId="164"/>
          <ac:spMkLst>
            <pc:docMk/>
            <pc:sldMk cId="3666674671" sldId="261"/>
            <ac:spMk id="28" creationId="{8C5F42B1-B4BA-A556-F9CE-761A2632A015}"/>
          </ac:spMkLst>
        </pc:spChg>
        <pc:spChg chg="mod">
          <ac:chgData name="divyarramamurthy@gmail.com" userId="514cce189bf9752d" providerId="LiveId" clId="{456020F2-1A58-44AC-A03F-61426B10548D}" dt="2025-07-03T10:02:12.268" v="1652" actId="164"/>
          <ac:spMkLst>
            <pc:docMk/>
            <pc:sldMk cId="3666674671" sldId="261"/>
            <ac:spMk id="29" creationId="{711B2780-28E0-6623-7895-D8CB8B136BE9}"/>
          </ac:spMkLst>
        </pc:spChg>
        <pc:spChg chg="mod topLvl">
          <ac:chgData name="divyarramamurthy@gmail.com" userId="514cce189bf9752d" providerId="LiveId" clId="{456020F2-1A58-44AC-A03F-61426B10548D}" dt="2025-07-03T09:54:35.067" v="1618" actId="164"/>
          <ac:spMkLst>
            <pc:docMk/>
            <pc:sldMk cId="3666674671" sldId="261"/>
            <ac:spMk id="39" creationId="{8395A4ED-1C5B-1345-BC3E-5EBB265B634A}"/>
          </ac:spMkLst>
        </pc:spChg>
        <pc:spChg chg="mod">
          <ac:chgData name="divyarramamurthy@gmail.com" userId="514cce189bf9752d" providerId="LiveId" clId="{456020F2-1A58-44AC-A03F-61426B10548D}" dt="2025-07-03T09:57:21.863" v="1624" actId="164"/>
          <ac:spMkLst>
            <pc:docMk/>
            <pc:sldMk cId="3666674671" sldId="261"/>
            <ac:spMk id="40" creationId="{38217B72-6261-55C1-A953-353D5294BBAB}"/>
          </ac:spMkLst>
        </pc:spChg>
        <pc:spChg chg="mod">
          <ac:chgData name="divyarramamurthy@gmail.com" userId="514cce189bf9752d" providerId="LiveId" clId="{456020F2-1A58-44AC-A03F-61426B10548D}" dt="2025-07-03T09:57:47.577" v="1627" actId="164"/>
          <ac:spMkLst>
            <pc:docMk/>
            <pc:sldMk cId="3666674671" sldId="261"/>
            <ac:spMk id="41" creationId="{537484CD-2136-49CC-B9F0-B38157F84710}"/>
          </ac:spMkLst>
        </pc:spChg>
        <pc:spChg chg="mod">
          <ac:chgData name="divyarramamurthy@gmail.com" userId="514cce189bf9752d" providerId="LiveId" clId="{456020F2-1A58-44AC-A03F-61426B10548D}" dt="2025-07-03T09:58:05.882" v="1630" actId="164"/>
          <ac:spMkLst>
            <pc:docMk/>
            <pc:sldMk cId="3666674671" sldId="261"/>
            <ac:spMk id="42" creationId="{315A308C-E94D-1663-7235-0D6F48874DF7}"/>
          </ac:spMkLst>
        </pc:spChg>
        <pc:spChg chg="mod topLvl">
          <ac:chgData name="divyarramamurthy@gmail.com" userId="514cce189bf9752d" providerId="LiveId" clId="{456020F2-1A58-44AC-A03F-61426B10548D}" dt="2025-07-03T09:54:35.067" v="1618" actId="164"/>
          <ac:spMkLst>
            <pc:docMk/>
            <pc:sldMk cId="3666674671" sldId="261"/>
            <ac:spMk id="43" creationId="{38C9DE1E-A89D-EC0C-7F56-B6E8C40264E5}"/>
          </ac:spMkLst>
        </pc:spChg>
        <pc:spChg chg="mod">
          <ac:chgData name="divyarramamurthy@gmail.com" userId="514cce189bf9752d" providerId="LiveId" clId="{456020F2-1A58-44AC-A03F-61426B10548D}" dt="2025-07-03T09:57:21.863" v="1624" actId="164"/>
          <ac:spMkLst>
            <pc:docMk/>
            <pc:sldMk cId="3666674671" sldId="261"/>
            <ac:spMk id="44" creationId="{5BAEEC42-7AC4-72C8-2B91-457E2D17840B}"/>
          </ac:spMkLst>
        </pc:spChg>
        <pc:spChg chg="mod">
          <ac:chgData name="divyarramamurthy@gmail.com" userId="514cce189bf9752d" providerId="LiveId" clId="{456020F2-1A58-44AC-A03F-61426B10548D}" dt="2025-07-03T09:57:47.577" v="1627" actId="164"/>
          <ac:spMkLst>
            <pc:docMk/>
            <pc:sldMk cId="3666674671" sldId="261"/>
            <ac:spMk id="45" creationId="{0A3510D9-4C0D-8E03-6A61-C9891192D8F9}"/>
          </ac:spMkLst>
        </pc:spChg>
        <pc:spChg chg="mod">
          <ac:chgData name="divyarramamurthy@gmail.com" userId="514cce189bf9752d" providerId="LiveId" clId="{456020F2-1A58-44AC-A03F-61426B10548D}" dt="2025-07-03T09:58:05.882" v="1630" actId="164"/>
          <ac:spMkLst>
            <pc:docMk/>
            <pc:sldMk cId="3666674671" sldId="261"/>
            <ac:spMk id="46" creationId="{57297E73-DAE9-FBD2-2639-0FCAC98E338C}"/>
          </ac:spMkLst>
        </pc:spChg>
        <pc:grpChg chg="add mod">
          <ac:chgData name="divyarramamurthy@gmail.com" userId="514cce189bf9752d" providerId="LiveId" clId="{456020F2-1A58-44AC-A03F-61426B10548D}" dt="2025-07-03T10:20:28.723" v="1686" actId="962"/>
          <ac:grpSpMkLst>
            <pc:docMk/>
            <pc:sldMk cId="3666674671" sldId="261"/>
            <ac:grpSpMk id="4" creationId="{88BBE23B-D1A2-E8C4-AD9A-20B3EB8BA822}"/>
          </ac:grpSpMkLst>
        </pc:grpChg>
        <pc:grpChg chg="add mod">
          <ac:chgData name="divyarramamurthy@gmail.com" userId="514cce189bf9752d" providerId="LiveId" clId="{456020F2-1A58-44AC-A03F-61426B10548D}" dt="2025-07-03T10:20:39.530" v="1687" actId="962"/>
          <ac:grpSpMkLst>
            <pc:docMk/>
            <pc:sldMk cId="3666674671" sldId="261"/>
            <ac:grpSpMk id="5" creationId="{142D4690-8518-A596-0286-19F4DC970CD8}"/>
          </ac:grpSpMkLst>
        </pc:grpChg>
        <pc:grpChg chg="add mod">
          <ac:chgData name="divyarramamurthy@gmail.com" userId="514cce189bf9752d" providerId="LiveId" clId="{456020F2-1A58-44AC-A03F-61426B10548D}" dt="2025-07-03T10:21:00.463" v="1688" actId="962"/>
          <ac:grpSpMkLst>
            <pc:docMk/>
            <pc:sldMk cId="3666674671" sldId="261"/>
            <ac:grpSpMk id="6" creationId="{8CA3097B-BC7F-2ACD-5030-CDD92173B6CE}"/>
          </ac:grpSpMkLst>
        </pc:grpChg>
        <pc:grpChg chg="add mod">
          <ac:chgData name="divyarramamurthy@gmail.com" userId="514cce189bf9752d" providerId="LiveId" clId="{456020F2-1A58-44AC-A03F-61426B10548D}" dt="2025-07-03T10:21:15.583" v="1689" actId="962"/>
          <ac:grpSpMkLst>
            <pc:docMk/>
            <pc:sldMk cId="3666674671" sldId="261"/>
            <ac:grpSpMk id="7" creationId="{1DC07A58-D8FE-F068-AEB9-AED09F5F279E}"/>
          </ac:grpSpMkLst>
        </pc:grpChg>
        <pc:grpChg chg="add mod">
          <ac:chgData name="divyarramamurthy@gmail.com" userId="514cce189bf9752d" providerId="LiveId" clId="{456020F2-1A58-44AC-A03F-61426B10548D}" dt="2025-07-03T10:00:24.716" v="1644" actId="164"/>
          <ac:grpSpMkLst>
            <pc:docMk/>
            <pc:sldMk cId="3666674671" sldId="261"/>
            <ac:grpSpMk id="8" creationId="{C09926DE-54BA-9AC0-D109-CAC4267F2B11}"/>
          </ac:grpSpMkLst>
        </pc:grpChg>
        <pc:grpChg chg="add mod">
          <ac:chgData name="divyarramamurthy@gmail.com" userId="514cce189bf9752d" providerId="LiveId" clId="{456020F2-1A58-44AC-A03F-61426B10548D}" dt="2025-07-03T10:00:47.013" v="1647" actId="164"/>
          <ac:grpSpMkLst>
            <pc:docMk/>
            <pc:sldMk cId="3666674671" sldId="261"/>
            <ac:grpSpMk id="9" creationId="{63495AF9-A384-1A22-5260-DF670072821B}"/>
          </ac:grpSpMkLst>
        </pc:grpChg>
        <pc:grpChg chg="add mod">
          <ac:chgData name="divyarramamurthy@gmail.com" userId="514cce189bf9752d" providerId="LiveId" clId="{456020F2-1A58-44AC-A03F-61426B10548D}" dt="2025-07-03T10:00:55.198" v="1648" actId="164"/>
          <ac:grpSpMkLst>
            <pc:docMk/>
            <pc:sldMk cId="3666674671" sldId="261"/>
            <ac:grpSpMk id="12" creationId="{A0243FFE-9D5A-E603-770B-637E49804550}"/>
          </ac:grpSpMkLst>
        </pc:grpChg>
        <pc:grpChg chg="add mod">
          <ac:chgData name="divyarramamurthy@gmail.com" userId="514cce189bf9752d" providerId="LiveId" clId="{456020F2-1A58-44AC-A03F-61426B10548D}" dt="2025-07-03T10:20:05.071" v="1684" actId="164"/>
          <ac:grpSpMkLst>
            <pc:docMk/>
            <pc:sldMk cId="3666674671" sldId="261"/>
            <ac:grpSpMk id="15" creationId="{A3164EAA-171D-27FB-D943-0825F0C815C7}"/>
          </ac:grpSpMkLst>
        </pc:grpChg>
      </pc:sldChg>
      <pc:sldChg chg="addSp delSp modSp mod modTransition modClrScheme chgLayout">
        <pc:chgData name="divyarramamurthy@gmail.com" userId="514cce189bf9752d" providerId="LiveId" clId="{456020F2-1A58-44AC-A03F-61426B10548D}" dt="2025-07-03T08:59:16.980" v="1341"/>
        <pc:sldMkLst>
          <pc:docMk/>
          <pc:sldMk cId="1210802199" sldId="262"/>
        </pc:sldMkLst>
        <pc:spChg chg="mod ord">
          <ac:chgData name="divyarramamurthy@gmail.com" userId="514cce189bf9752d" providerId="LiveId" clId="{456020F2-1A58-44AC-A03F-61426B10548D}" dt="2025-07-03T08:05:31.166" v="1201" actId="14100"/>
          <ac:spMkLst>
            <pc:docMk/>
            <pc:sldMk cId="1210802199" sldId="262"/>
            <ac:spMk id="2" creationId="{28BAC361-0D7A-DC05-86B5-6DD77D322F5B}"/>
          </ac:spMkLst>
        </pc:spChg>
      </pc:sldChg>
      <pc:sldChg chg="addSp delSp modSp mod modTransition modAnim">
        <pc:chgData name="divyarramamurthy@gmail.com" userId="514cce189bf9752d" providerId="LiveId" clId="{456020F2-1A58-44AC-A03F-61426B10548D}" dt="2025-07-03T10:36:18.109" v="1759"/>
        <pc:sldMkLst>
          <pc:docMk/>
          <pc:sldMk cId="2737241225" sldId="263"/>
        </pc:sldMkLst>
        <pc:spChg chg="mod">
          <ac:chgData name="divyarramamurthy@gmail.com" userId="514cce189bf9752d" providerId="LiveId" clId="{456020F2-1A58-44AC-A03F-61426B10548D}" dt="2025-07-03T08:15:22.207" v="1242" actId="1076"/>
          <ac:spMkLst>
            <pc:docMk/>
            <pc:sldMk cId="2737241225" sldId="263"/>
            <ac:spMk id="2" creationId="{338A15DE-D135-0710-9984-A0A55E960CB0}"/>
          </ac:spMkLst>
        </pc:spChg>
        <pc:picChg chg="add mod ord modCrop">
          <ac:chgData name="divyarramamurthy@gmail.com" userId="514cce189bf9752d" providerId="LiveId" clId="{456020F2-1A58-44AC-A03F-61426B10548D}" dt="2025-07-02T14:12:44.271" v="634" actId="14100"/>
          <ac:picMkLst>
            <pc:docMk/>
            <pc:sldMk cId="2737241225" sldId="263"/>
            <ac:picMk id="9" creationId="{45BE04FF-535F-1694-BC2C-6517144FB748}"/>
          </ac:picMkLst>
        </pc:picChg>
      </pc:sldChg>
      <pc:sldChg chg="addSp delSp modSp mod modTransition delAnim modAnim">
        <pc:chgData name="divyarramamurthy@gmail.com" userId="514cce189bf9752d" providerId="LiveId" clId="{456020F2-1A58-44AC-A03F-61426B10548D}" dt="2025-07-06T09:38:20.594" v="2537"/>
        <pc:sldMkLst>
          <pc:docMk/>
          <pc:sldMk cId="837402205" sldId="264"/>
        </pc:sldMkLst>
        <pc:spChg chg="add mod">
          <ac:chgData name="divyarramamurthy@gmail.com" userId="514cce189bf9752d" providerId="LiveId" clId="{456020F2-1A58-44AC-A03F-61426B10548D}" dt="2025-07-03T08:15:15.060" v="1241" actId="1076"/>
          <ac:spMkLst>
            <pc:docMk/>
            <pc:sldMk cId="837402205" sldId="264"/>
            <ac:spMk id="14" creationId="{CB72247A-1F0D-F300-7F04-BC9890EDF51D}"/>
          </ac:spMkLst>
        </pc:spChg>
        <pc:picChg chg="add mod modCrop">
          <ac:chgData name="divyarramamurthy@gmail.com" userId="514cce189bf9752d" providerId="LiveId" clId="{456020F2-1A58-44AC-A03F-61426B10548D}" dt="2025-07-06T09:37:40.959" v="2534" actId="1440"/>
          <ac:picMkLst>
            <pc:docMk/>
            <pc:sldMk cId="837402205" sldId="264"/>
            <ac:picMk id="3" creationId="{572B88A9-B411-C6C9-CCDA-99394A7754A5}"/>
          </ac:picMkLst>
        </pc:picChg>
        <pc:picChg chg="add del mod modCrop">
          <ac:chgData name="divyarramamurthy@gmail.com" userId="514cce189bf9752d" providerId="LiveId" clId="{456020F2-1A58-44AC-A03F-61426B10548D}" dt="2025-07-06T09:35:17.857" v="2524" actId="478"/>
          <ac:picMkLst>
            <pc:docMk/>
            <pc:sldMk cId="837402205" sldId="264"/>
            <ac:picMk id="10" creationId="{82708CC9-DBC0-EB78-1E1E-E0CE71405E21}"/>
          </ac:picMkLst>
        </pc:picChg>
      </pc:sldChg>
      <pc:sldChg chg="addSp delSp modSp del mod ord modTransition modAnim">
        <pc:chgData name="divyarramamurthy@gmail.com" userId="514cce189bf9752d" providerId="LiveId" clId="{456020F2-1A58-44AC-A03F-61426B10548D}" dt="2025-07-03T13:50:37.081" v="2237" actId="47"/>
        <pc:sldMkLst>
          <pc:docMk/>
          <pc:sldMk cId="729609147" sldId="265"/>
        </pc:sldMkLst>
      </pc:sldChg>
      <pc:sldChg chg="addSp delSp modSp mod modTransition modAnim">
        <pc:chgData name="divyarramamurthy@gmail.com" userId="514cce189bf9752d" providerId="LiveId" clId="{456020F2-1A58-44AC-A03F-61426B10548D}" dt="2025-07-03T11:01:09.779" v="1901"/>
        <pc:sldMkLst>
          <pc:docMk/>
          <pc:sldMk cId="643777997" sldId="266"/>
        </pc:sldMkLst>
        <pc:spChg chg="mod">
          <ac:chgData name="divyarramamurthy@gmail.com" userId="514cce189bf9752d" providerId="LiveId" clId="{456020F2-1A58-44AC-A03F-61426B10548D}" dt="2025-07-02T14:21:25.168" v="655" actId="113"/>
          <ac:spMkLst>
            <pc:docMk/>
            <pc:sldMk cId="643777997" sldId="266"/>
            <ac:spMk id="2" creationId="{5D030A76-B788-B363-104E-266B7C7F7208}"/>
          </ac:spMkLst>
        </pc:spChg>
        <pc:spChg chg="add mod">
          <ac:chgData name="divyarramamurthy@gmail.com" userId="514cce189bf9752d" providerId="LiveId" clId="{456020F2-1A58-44AC-A03F-61426B10548D}" dt="2025-07-03T10:46:26.482" v="1808" actId="962"/>
          <ac:spMkLst>
            <pc:docMk/>
            <pc:sldMk cId="643777997" sldId="266"/>
            <ac:spMk id="4" creationId="{9DDAF87C-85B1-42A5-C6DC-1B6C17B66BB7}"/>
          </ac:spMkLst>
        </pc:spChg>
        <pc:spChg chg="add mod ord">
          <ac:chgData name="divyarramamurthy@gmail.com" userId="514cce189bf9752d" providerId="LiveId" clId="{456020F2-1A58-44AC-A03F-61426B10548D}" dt="2025-07-03T09:03:46.637" v="1364" actId="14100"/>
          <ac:spMkLst>
            <pc:docMk/>
            <pc:sldMk cId="643777997" sldId="266"/>
            <ac:spMk id="7" creationId="{39932C0B-3BF0-13A8-07F0-7781BD784EEC}"/>
          </ac:spMkLst>
        </pc:spChg>
        <pc:spChg chg="add mod">
          <ac:chgData name="divyarramamurthy@gmail.com" userId="514cce189bf9752d" providerId="LiveId" clId="{456020F2-1A58-44AC-A03F-61426B10548D}" dt="2025-07-03T10:46:34.123" v="1809" actId="962"/>
          <ac:spMkLst>
            <pc:docMk/>
            <pc:sldMk cId="643777997" sldId="266"/>
            <ac:spMk id="9" creationId="{39986239-B321-F4D6-A95B-CFB1AD59E9E8}"/>
          </ac:spMkLst>
        </pc:spChg>
        <pc:spChg chg="add mod ord">
          <ac:chgData name="divyarramamurthy@gmail.com" userId="514cce189bf9752d" providerId="LiveId" clId="{456020F2-1A58-44AC-A03F-61426B10548D}" dt="2025-07-03T06:35:43.092" v="736" actId="14100"/>
          <ac:spMkLst>
            <pc:docMk/>
            <pc:sldMk cId="643777997" sldId="266"/>
            <ac:spMk id="10" creationId="{CA9FACC4-AAD5-F525-20B1-B700E115D8CB}"/>
          </ac:spMkLst>
        </pc:spChg>
        <pc:picChg chg="add mod modCrop">
          <ac:chgData name="divyarramamurthy@gmail.com" userId="514cce189bf9752d" providerId="LiveId" clId="{456020F2-1A58-44AC-A03F-61426B10548D}" dt="2025-07-03T10:37:47.326" v="1763" actId="962"/>
          <ac:picMkLst>
            <pc:docMk/>
            <pc:sldMk cId="643777997" sldId="266"/>
            <ac:picMk id="6" creationId="{A57E5720-CD6E-C954-5F94-1CFE6C3FDC66}"/>
          </ac:picMkLst>
        </pc:picChg>
        <pc:picChg chg="add mod modCrop">
          <ac:chgData name="divyarramamurthy@gmail.com" userId="514cce189bf9752d" providerId="LiveId" clId="{456020F2-1A58-44AC-A03F-61426B10548D}" dt="2025-07-03T10:37:54.337" v="1764" actId="962"/>
          <ac:picMkLst>
            <pc:docMk/>
            <pc:sldMk cId="643777997" sldId="266"/>
            <ac:picMk id="12" creationId="{C8B714FB-E0A3-9678-560F-D5F268681056}"/>
          </ac:picMkLst>
        </pc:picChg>
      </pc:sldChg>
      <pc:sldChg chg="addSp delSp modSp mod modTransition modAnim">
        <pc:chgData name="divyarramamurthy@gmail.com" userId="514cce189bf9752d" providerId="LiveId" clId="{456020F2-1A58-44AC-A03F-61426B10548D}" dt="2025-07-03T10:58:24.112" v="1887"/>
        <pc:sldMkLst>
          <pc:docMk/>
          <pc:sldMk cId="3604630649" sldId="267"/>
        </pc:sldMkLst>
        <pc:spChg chg="add mod">
          <ac:chgData name="divyarramamurthy@gmail.com" userId="514cce189bf9752d" providerId="LiveId" clId="{456020F2-1A58-44AC-A03F-61426B10548D}" dt="2025-07-03T10:46:44.030" v="1810" actId="962"/>
          <ac:spMkLst>
            <pc:docMk/>
            <pc:sldMk cId="3604630649" sldId="267"/>
            <ac:spMk id="3" creationId="{56FB7D84-8B2D-A8CF-BCD6-41392B933FCE}"/>
          </ac:spMkLst>
        </pc:spChg>
        <pc:spChg chg="add mod ord">
          <ac:chgData name="divyarramamurthy@gmail.com" userId="514cce189bf9752d" providerId="LiveId" clId="{456020F2-1A58-44AC-A03F-61426B10548D}" dt="2025-07-03T06:37:28.817" v="750" actId="167"/>
          <ac:spMkLst>
            <pc:docMk/>
            <pc:sldMk cId="3604630649" sldId="267"/>
            <ac:spMk id="4" creationId="{701E96A2-7C57-5953-ECA9-6C98EE26AADF}"/>
          </ac:spMkLst>
        </pc:spChg>
        <pc:spChg chg="add mod">
          <ac:chgData name="divyarramamurthy@gmail.com" userId="514cce189bf9752d" providerId="LiveId" clId="{456020F2-1A58-44AC-A03F-61426B10548D}" dt="2025-07-03T10:46:50.234" v="1811" actId="962"/>
          <ac:spMkLst>
            <pc:docMk/>
            <pc:sldMk cId="3604630649" sldId="267"/>
            <ac:spMk id="10" creationId="{DB345336-6D0D-E222-1F9B-DA02300A7533}"/>
          </ac:spMkLst>
        </pc:spChg>
        <pc:spChg chg="add mod">
          <ac:chgData name="divyarramamurthy@gmail.com" userId="514cce189bf9752d" providerId="LiveId" clId="{456020F2-1A58-44AC-A03F-61426B10548D}" dt="2025-07-03T07:19:37.754" v="822" actId="1076"/>
          <ac:spMkLst>
            <pc:docMk/>
            <pc:sldMk cId="3604630649" sldId="267"/>
            <ac:spMk id="11" creationId="{F87BDCB6-4EC5-6FCE-A1AC-F1BADE15F946}"/>
          </ac:spMkLst>
        </pc:spChg>
        <pc:picChg chg="add mod modCrop">
          <ac:chgData name="divyarramamurthy@gmail.com" userId="514cce189bf9752d" providerId="LiveId" clId="{456020F2-1A58-44AC-A03F-61426B10548D}" dt="2025-07-03T10:38:04.345" v="1765" actId="962"/>
          <ac:picMkLst>
            <pc:docMk/>
            <pc:sldMk cId="3604630649" sldId="267"/>
            <ac:picMk id="6" creationId="{7C31FA7E-CC1A-C509-C718-AFE0084D1618}"/>
          </ac:picMkLst>
        </pc:picChg>
        <pc:picChg chg="add mod modCrop">
          <ac:chgData name="divyarramamurthy@gmail.com" userId="514cce189bf9752d" providerId="LiveId" clId="{456020F2-1A58-44AC-A03F-61426B10548D}" dt="2025-07-03T10:38:13.332" v="1766" actId="962"/>
          <ac:picMkLst>
            <pc:docMk/>
            <pc:sldMk cId="3604630649" sldId="267"/>
            <ac:picMk id="13" creationId="{2512A9BD-A152-BD8F-E22B-5719EEEDEACD}"/>
          </ac:picMkLst>
        </pc:picChg>
      </pc:sldChg>
      <pc:sldChg chg="addSp delSp modSp mod ord modTransition modAnim">
        <pc:chgData name="divyarramamurthy@gmail.com" userId="514cce189bf9752d" providerId="LiveId" clId="{456020F2-1A58-44AC-A03F-61426B10548D}" dt="2025-07-06T08:29:05.782" v="2523" actId="1076"/>
        <pc:sldMkLst>
          <pc:docMk/>
          <pc:sldMk cId="4259977132" sldId="268"/>
        </pc:sldMkLst>
        <pc:spChg chg="mod">
          <ac:chgData name="divyarramamurthy@gmail.com" userId="514cce189bf9752d" providerId="LiveId" clId="{456020F2-1A58-44AC-A03F-61426B10548D}" dt="2025-07-06T08:29:05.782" v="2523" actId="1076"/>
          <ac:spMkLst>
            <pc:docMk/>
            <pc:sldMk cId="4259977132" sldId="268"/>
            <ac:spMk id="2" creationId="{B7545968-70F7-0180-6448-3547E442EF4A}"/>
          </ac:spMkLst>
        </pc:spChg>
        <pc:picChg chg="add del mod modCrop">
          <ac:chgData name="divyarramamurthy@gmail.com" userId="514cce189bf9752d" providerId="LiveId" clId="{456020F2-1A58-44AC-A03F-61426B10548D}" dt="2025-07-06T08:08:25.305" v="2502" actId="478"/>
          <ac:picMkLst>
            <pc:docMk/>
            <pc:sldMk cId="4259977132" sldId="268"/>
            <ac:picMk id="4" creationId="{A6C9A232-AF59-7DD0-1B7D-527510C35E6F}"/>
          </ac:picMkLst>
        </pc:picChg>
        <pc:picChg chg="add del mod modCrop">
          <ac:chgData name="divyarramamurthy@gmail.com" userId="514cce189bf9752d" providerId="LiveId" clId="{456020F2-1A58-44AC-A03F-61426B10548D}" dt="2025-07-06T08:27:32.223" v="2506" actId="478"/>
          <ac:picMkLst>
            <pc:docMk/>
            <pc:sldMk cId="4259977132" sldId="268"/>
            <ac:picMk id="6" creationId="{7B527867-622E-679F-016B-FA6D19A363BF}"/>
          </ac:picMkLst>
        </pc:picChg>
        <pc:picChg chg="add mod modCrop">
          <ac:chgData name="divyarramamurthy@gmail.com" userId="514cce189bf9752d" providerId="LiveId" clId="{456020F2-1A58-44AC-A03F-61426B10548D}" dt="2025-07-06T08:28:28.220" v="2518" actId="14100"/>
          <ac:picMkLst>
            <pc:docMk/>
            <pc:sldMk cId="4259977132" sldId="268"/>
            <ac:picMk id="8" creationId="{F0A48D76-9CF3-D10C-7ADF-5175EE3E6FE3}"/>
          </ac:picMkLst>
        </pc:picChg>
      </pc:sldChg>
      <pc:sldChg chg="addSp delSp modSp mod modTransition modAnim">
        <pc:chgData name="divyarramamurthy@gmail.com" userId="514cce189bf9752d" providerId="LiveId" clId="{456020F2-1A58-44AC-A03F-61426B10548D}" dt="2025-07-03T10:34:10.824" v="1747"/>
        <pc:sldMkLst>
          <pc:docMk/>
          <pc:sldMk cId="821088003" sldId="276"/>
        </pc:sldMkLst>
        <pc:spChg chg="mod">
          <ac:chgData name="divyarramamurthy@gmail.com" userId="514cce189bf9752d" providerId="LiveId" clId="{456020F2-1A58-44AC-A03F-61426B10548D}" dt="2025-07-02T14:22:08.317" v="660" actId="113"/>
          <ac:spMkLst>
            <pc:docMk/>
            <pc:sldMk cId="821088003" sldId="276"/>
            <ac:spMk id="3" creationId="{A0034E89-1952-5288-08A0-70A4A73BE39E}"/>
          </ac:spMkLst>
        </pc:spChg>
        <pc:spChg chg="mod">
          <ac:chgData name="divyarramamurthy@gmail.com" userId="514cce189bf9752d" providerId="LiveId" clId="{456020F2-1A58-44AC-A03F-61426B10548D}" dt="2025-07-03T10:32:44.962" v="1736" actId="164"/>
          <ac:spMkLst>
            <pc:docMk/>
            <pc:sldMk cId="821088003" sldId="276"/>
            <ac:spMk id="4" creationId="{5F7260B8-7C7A-CDD3-F283-01C2BCB4C952}"/>
          </ac:spMkLst>
        </pc:spChg>
        <pc:spChg chg="mod">
          <ac:chgData name="divyarramamurthy@gmail.com" userId="514cce189bf9752d" providerId="LiveId" clId="{456020F2-1A58-44AC-A03F-61426B10548D}" dt="2025-07-03T10:32:44.962" v="1736" actId="164"/>
          <ac:spMkLst>
            <pc:docMk/>
            <pc:sldMk cId="821088003" sldId="276"/>
            <ac:spMk id="5" creationId="{B2FA41D2-0787-E131-A335-C28E6B3886E5}"/>
          </ac:spMkLst>
        </pc:spChg>
        <pc:spChg chg="mod">
          <ac:chgData name="divyarramamurthy@gmail.com" userId="514cce189bf9752d" providerId="LiveId" clId="{456020F2-1A58-44AC-A03F-61426B10548D}" dt="2025-07-03T10:32:51.185" v="1737" actId="164"/>
          <ac:spMkLst>
            <pc:docMk/>
            <pc:sldMk cId="821088003" sldId="276"/>
            <ac:spMk id="8" creationId="{B2C9B951-64C7-51DB-A6A4-0442DBA6AC1A}"/>
          </ac:spMkLst>
        </pc:spChg>
        <pc:spChg chg="mod">
          <ac:chgData name="divyarramamurthy@gmail.com" userId="514cce189bf9752d" providerId="LiveId" clId="{456020F2-1A58-44AC-A03F-61426B10548D}" dt="2025-07-03T10:32:51.185" v="1737" actId="164"/>
          <ac:spMkLst>
            <pc:docMk/>
            <pc:sldMk cId="821088003" sldId="276"/>
            <ac:spMk id="9" creationId="{E8D535F8-4989-A17D-A14E-EE7A94FCF451}"/>
          </ac:spMkLst>
        </pc:spChg>
        <pc:spChg chg="mod">
          <ac:chgData name="divyarramamurthy@gmail.com" userId="514cce189bf9752d" providerId="LiveId" clId="{456020F2-1A58-44AC-A03F-61426B10548D}" dt="2025-07-03T10:32:57.347" v="1738" actId="164"/>
          <ac:spMkLst>
            <pc:docMk/>
            <pc:sldMk cId="821088003" sldId="276"/>
            <ac:spMk id="12" creationId="{D58B7516-8E7D-7596-B3E5-7FE1CBD254AD}"/>
          </ac:spMkLst>
        </pc:spChg>
        <pc:spChg chg="mod">
          <ac:chgData name="divyarramamurthy@gmail.com" userId="514cce189bf9752d" providerId="LiveId" clId="{456020F2-1A58-44AC-A03F-61426B10548D}" dt="2025-07-03T10:32:57.347" v="1738" actId="164"/>
          <ac:spMkLst>
            <pc:docMk/>
            <pc:sldMk cId="821088003" sldId="276"/>
            <ac:spMk id="13" creationId="{9B83E583-7E09-A87B-999B-18708181369B}"/>
          </ac:spMkLst>
        </pc:spChg>
        <pc:grpChg chg="add mod">
          <ac:chgData name="divyarramamurthy@gmail.com" userId="514cce189bf9752d" providerId="LiveId" clId="{456020F2-1A58-44AC-A03F-61426B10548D}" dt="2025-07-03T10:33:28.774" v="1742" actId="164"/>
          <ac:grpSpMkLst>
            <pc:docMk/>
            <pc:sldMk cId="821088003" sldId="276"/>
            <ac:grpSpMk id="2" creationId="{9A55B16D-4668-8CF1-2F26-39DEF70A8594}"/>
          </ac:grpSpMkLst>
        </pc:grpChg>
        <pc:grpChg chg="add mod">
          <ac:chgData name="divyarramamurthy@gmail.com" userId="514cce189bf9752d" providerId="LiveId" clId="{456020F2-1A58-44AC-A03F-61426B10548D}" dt="2025-07-03T10:33:37.915" v="1743" actId="164"/>
          <ac:grpSpMkLst>
            <pc:docMk/>
            <pc:sldMk cId="821088003" sldId="276"/>
            <ac:grpSpMk id="6" creationId="{04EE9F18-3064-7943-677F-A82F7DBF8FAA}"/>
          </ac:grpSpMkLst>
        </pc:grpChg>
        <pc:grpChg chg="add mod">
          <ac:chgData name="divyarramamurthy@gmail.com" userId="514cce189bf9752d" providerId="LiveId" clId="{456020F2-1A58-44AC-A03F-61426B10548D}" dt="2025-07-03T10:33:45.008" v="1744" actId="164"/>
          <ac:grpSpMkLst>
            <pc:docMk/>
            <pc:sldMk cId="821088003" sldId="276"/>
            <ac:grpSpMk id="10" creationId="{66445E06-C66B-E52D-E6E0-3D886E708435}"/>
          </ac:grpSpMkLst>
        </pc:grpChg>
        <pc:grpChg chg="add mod">
          <ac:chgData name="divyarramamurthy@gmail.com" userId="514cce189bf9752d" providerId="LiveId" clId="{456020F2-1A58-44AC-A03F-61426B10548D}" dt="2025-07-03T10:33:28.774" v="1742" actId="164"/>
          <ac:grpSpMkLst>
            <pc:docMk/>
            <pc:sldMk cId="821088003" sldId="276"/>
            <ac:grpSpMk id="14" creationId="{88067624-380C-1CCE-02B8-A5C801052D17}"/>
          </ac:grpSpMkLst>
        </pc:grpChg>
        <pc:grpChg chg="add mod">
          <ac:chgData name="divyarramamurthy@gmail.com" userId="514cce189bf9752d" providerId="LiveId" clId="{456020F2-1A58-44AC-A03F-61426B10548D}" dt="2025-07-03T10:33:37.915" v="1743" actId="164"/>
          <ac:grpSpMkLst>
            <pc:docMk/>
            <pc:sldMk cId="821088003" sldId="276"/>
            <ac:grpSpMk id="16" creationId="{932CF767-D5A4-23B3-DA76-9C4DFFF67E5B}"/>
          </ac:grpSpMkLst>
        </pc:grpChg>
        <pc:grpChg chg="add mod">
          <ac:chgData name="divyarramamurthy@gmail.com" userId="514cce189bf9752d" providerId="LiveId" clId="{456020F2-1A58-44AC-A03F-61426B10548D}" dt="2025-07-03T10:33:45.008" v="1744" actId="164"/>
          <ac:grpSpMkLst>
            <pc:docMk/>
            <pc:sldMk cId="821088003" sldId="276"/>
            <ac:grpSpMk id="17" creationId="{314AE009-EF0B-93B8-2509-57CAE081E2F0}"/>
          </ac:grpSpMkLst>
        </pc:grpChg>
        <pc:picChg chg="mod">
          <ac:chgData name="divyarramamurthy@gmail.com" userId="514cce189bf9752d" providerId="LiveId" clId="{456020F2-1A58-44AC-A03F-61426B10548D}" dt="2025-07-03T10:33:28.774" v="1742" actId="164"/>
          <ac:picMkLst>
            <pc:docMk/>
            <pc:sldMk cId="821088003" sldId="276"/>
            <ac:picMk id="7" creationId="{7BAEA8E1-F0FB-C91C-D781-E123DAEC251B}"/>
          </ac:picMkLst>
        </pc:picChg>
        <pc:picChg chg="mod">
          <ac:chgData name="divyarramamurthy@gmail.com" userId="514cce189bf9752d" providerId="LiveId" clId="{456020F2-1A58-44AC-A03F-61426B10548D}" dt="2025-07-03T10:33:37.915" v="1743" actId="164"/>
          <ac:picMkLst>
            <pc:docMk/>
            <pc:sldMk cId="821088003" sldId="276"/>
            <ac:picMk id="11" creationId="{220C7421-4C3A-2C7F-6DD8-D1B1FE13694D}"/>
          </ac:picMkLst>
        </pc:picChg>
        <pc:picChg chg="mod">
          <ac:chgData name="divyarramamurthy@gmail.com" userId="514cce189bf9752d" providerId="LiveId" clId="{456020F2-1A58-44AC-A03F-61426B10548D}" dt="2025-07-03T10:33:45.008" v="1744" actId="164"/>
          <ac:picMkLst>
            <pc:docMk/>
            <pc:sldMk cId="821088003" sldId="276"/>
            <ac:picMk id="15" creationId="{89ED6599-B683-8C2A-825F-F51C9A95B5C8}"/>
          </ac:picMkLst>
        </pc:picChg>
      </pc:sldChg>
      <pc:sldChg chg="modSp mod modTransition modAnim">
        <pc:chgData name="divyarramamurthy@gmail.com" userId="514cce189bf9752d" providerId="LiveId" clId="{456020F2-1A58-44AC-A03F-61426B10548D}" dt="2025-07-03T10:34:33.321" v="1748"/>
        <pc:sldMkLst>
          <pc:docMk/>
          <pc:sldMk cId="4242039281" sldId="283"/>
        </pc:sldMkLst>
        <pc:spChg chg="mod">
          <ac:chgData name="divyarramamurthy@gmail.com" userId="514cce189bf9752d" providerId="LiveId" clId="{456020F2-1A58-44AC-A03F-61426B10548D}" dt="2025-07-02T14:20:11.876" v="649" actId="207"/>
          <ac:spMkLst>
            <pc:docMk/>
            <pc:sldMk cId="4242039281" sldId="283"/>
            <ac:spMk id="2" creationId="{954ABE40-AA00-F366-A36A-B3F1AADBF025}"/>
          </ac:spMkLst>
        </pc:spChg>
      </pc:sldChg>
      <pc:sldChg chg="addSp delSp modSp del mod setBg modClrScheme chgLayout">
        <pc:chgData name="divyarramamurthy@gmail.com" userId="514cce189bf9752d" providerId="LiveId" clId="{456020F2-1A58-44AC-A03F-61426B10548D}" dt="2025-07-02T14:00:36.111" v="385" actId="2696"/>
        <pc:sldMkLst>
          <pc:docMk/>
          <pc:sldMk cId="1038351183" sldId="288"/>
        </pc:sldMkLst>
      </pc:sldChg>
      <pc:sldChg chg="addSp delSp modSp mod modTransition modClrScheme modAnim chgLayout">
        <pc:chgData name="divyarramamurthy@gmail.com" userId="514cce189bf9752d" providerId="LiveId" clId="{456020F2-1A58-44AC-A03F-61426B10548D}" dt="2025-07-03T13:20:42.599" v="1930"/>
        <pc:sldMkLst>
          <pc:docMk/>
          <pc:sldMk cId="3078994387" sldId="289"/>
        </pc:sldMkLst>
      </pc:sldChg>
      <pc:sldChg chg="new del">
        <pc:chgData name="divyarramamurthy@gmail.com" userId="514cce189bf9752d" providerId="LiveId" clId="{456020F2-1A58-44AC-A03F-61426B10548D}" dt="2025-07-02T13:56:33.358" v="356" actId="47"/>
        <pc:sldMkLst>
          <pc:docMk/>
          <pc:sldMk cId="5770038" sldId="290"/>
        </pc:sldMkLst>
      </pc:sldChg>
      <pc:sldChg chg="addSp delSp modSp add del mod">
        <pc:chgData name="divyarramamurthy@gmail.com" userId="514cce189bf9752d" providerId="LiveId" clId="{456020F2-1A58-44AC-A03F-61426B10548D}" dt="2025-07-02T13:46:51.980" v="170" actId="2696"/>
        <pc:sldMkLst>
          <pc:docMk/>
          <pc:sldMk cId="2153704097" sldId="290"/>
        </pc:sldMkLst>
      </pc:sldChg>
      <pc:sldChg chg="addSp delSp modSp add mod modTransition delAnim modAnim">
        <pc:chgData name="divyarramamurthy@gmail.com" userId="514cce189bf9752d" providerId="LiveId" clId="{456020F2-1A58-44AC-A03F-61426B10548D}" dt="2025-07-03T11:06:53.008" v="1929"/>
        <pc:sldMkLst>
          <pc:docMk/>
          <pc:sldMk cId="3361398118" sldId="290"/>
        </pc:sldMkLst>
        <pc:spChg chg="add mod">
          <ac:chgData name="divyarramamurthy@gmail.com" userId="514cce189bf9752d" providerId="LiveId" clId="{456020F2-1A58-44AC-A03F-61426B10548D}" dt="2025-07-03T10:46:58.790" v="1812" actId="962"/>
          <ac:spMkLst>
            <pc:docMk/>
            <pc:sldMk cId="3361398118" sldId="290"/>
            <ac:spMk id="3" creationId="{30D46B8E-A913-CCAB-3752-94D045EDC96F}"/>
          </ac:spMkLst>
        </pc:spChg>
        <pc:spChg chg="add mod ord">
          <ac:chgData name="divyarramamurthy@gmail.com" userId="514cce189bf9752d" providerId="LiveId" clId="{456020F2-1A58-44AC-A03F-61426B10548D}" dt="2025-07-03T07:23:07.303" v="849" actId="14100"/>
          <ac:spMkLst>
            <pc:docMk/>
            <pc:sldMk cId="3361398118" sldId="290"/>
            <ac:spMk id="6" creationId="{ACDB408B-DADD-DC8D-DFAB-308101E2950C}"/>
          </ac:spMkLst>
        </pc:spChg>
        <pc:spChg chg="add mod">
          <ac:chgData name="divyarramamurthy@gmail.com" userId="514cce189bf9752d" providerId="LiveId" clId="{456020F2-1A58-44AC-A03F-61426B10548D}" dt="2025-07-03T11:05:07.882" v="1922" actId="1076"/>
          <ac:spMkLst>
            <pc:docMk/>
            <pc:sldMk cId="3361398118" sldId="290"/>
            <ac:spMk id="9" creationId="{086721CB-CE70-A936-066E-D298E4312779}"/>
          </ac:spMkLst>
        </pc:spChg>
        <pc:spChg chg="add mod">
          <ac:chgData name="divyarramamurthy@gmail.com" userId="514cce189bf9752d" providerId="LiveId" clId="{456020F2-1A58-44AC-A03F-61426B10548D}" dt="2025-07-03T11:06:13.884" v="1927" actId="962"/>
          <ac:spMkLst>
            <pc:docMk/>
            <pc:sldMk cId="3361398118" sldId="290"/>
            <ac:spMk id="12" creationId="{FAF16A01-7F36-6F6C-DF86-3E8C94049052}"/>
          </ac:spMkLst>
        </pc:spChg>
        <pc:picChg chg="add mod modCrop">
          <ac:chgData name="divyarramamurthy@gmail.com" userId="514cce189bf9752d" providerId="LiveId" clId="{456020F2-1A58-44AC-A03F-61426B10548D}" dt="2025-07-03T10:38:27.585" v="1767" actId="962"/>
          <ac:picMkLst>
            <pc:docMk/>
            <pc:sldMk cId="3361398118" sldId="290"/>
            <ac:picMk id="5" creationId="{3EA2697A-A935-FFA6-0DD6-717400B2DD91}"/>
          </ac:picMkLst>
        </pc:picChg>
        <pc:picChg chg="add mod modCrop">
          <ac:chgData name="divyarramamurthy@gmail.com" userId="514cce189bf9752d" providerId="LiveId" clId="{456020F2-1A58-44AC-A03F-61426B10548D}" dt="2025-07-03T11:05:10.792" v="1923" actId="1076"/>
          <ac:picMkLst>
            <pc:docMk/>
            <pc:sldMk cId="3361398118" sldId="290"/>
            <ac:picMk id="11" creationId="{4FE84CD5-8BB2-FC47-6AED-E80C318250BB}"/>
          </ac:picMkLst>
        </pc:picChg>
      </pc:sldChg>
      <pc:sldChg chg="addSp delSp modSp add mod modTransition modAnim">
        <pc:chgData name="divyarramamurthy@gmail.com" userId="514cce189bf9752d" providerId="LiveId" clId="{456020F2-1A58-44AC-A03F-61426B10548D}" dt="2025-07-03T10:50:23.729" v="1843"/>
        <pc:sldMkLst>
          <pc:docMk/>
          <pc:sldMk cId="2068739343" sldId="291"/>
        </pc:sldMkLst>
        <pc:spChg chg="add mod">
          <ac:chgData name="divyarramamurthy@gmail.com" userId="514cce189bf9752d" providerId="LiveId" clId="{456020F2-1A58-44AC-A03F-61426B10548D}" dt="2025-07-03T10:47:13.764" v="1814" actId="962"/>
          <ac:spMkLst>
            <pc:docMk/>
            <pc:sldMk cId="2068739343" sldId="291"/>
            <ac:spMk id="3" creationId="{4D2AD77E-9565-C399-A271-E6C38EF21957}"/>
          </ac:spMkLst>
        </pc:spChg>
        <pc:spChg chg="add mod ord">
          <ac:chgData name="divyarramamurthy@gmail.com" userId="514cce189bf9752d" providerId="LiveId" clId="{456020F2-1A58-44AC-A03F-61426B10548D}" dt="2025-07-03T07:39:25.312" v="916" actId="14100"/>
          <ac:spMkLst>
            <pc:docMk/>
            <pc:sldMk cId="2068739343" sldId="291"/>
            <ac:spMk id="10" creationId="{91574D3B-719D-4F8E-8ABF-F32EBA7620FF}"/>
          </ac:spMkLst>
        </pc:spChg>
        <pc:picChg chg="add mod modCrop">
          <ac:chgData name="divyarramamurthy@gmail.com" userId="514cce189bf9752d" providerId="LiveId" clId="{456020F2-1A58-44AC-A03F-61426B10548D}" dt="2025-07-03T10:38:58.833" v="1769" actId="962"/>
          <ac:picMkLst>
            <pc:docMk/>
            <pc:sldMk cId="2068739343" sldId="291"/>
            <ac:picMk id="9" creationId="{8DD6BD28-4C06-F1DA-834D-662575C4A7D6}"/>
          </ac:picMkLst>
        </pc:picChg>
      </pc:sldChg>
      <pc:sldChg chg="addSp delSp modSp add mod modTransition modAnim">
        <pc:chgData name="divyarramamurthy@gmail.com" userId="514cce189bf9752d" providerId="LiveId" clId="{456020F2-1A58-44AC-A03F-61426B10548D}" dt="2025-07-03T11:02:39.678" v="1904"/>
        <pc:sldMkLst>
          <pc:docMk/>
          <pc:sldMk cId="3775030530" sldId="292"/>
        </pc:sldMkLst>
        <pc:spChg chg="add mod">
          <ac:chgData name="divyarramamurthy@gmail.com" userId="514cce189bf9752d" providerId="LiveId" clId="{456020F2-1A58-44AC-A03F-61426B10548D}" dt="2025-07-03T10:47:21.655" v="1815" actId="962"/>
          <ac:spMkLst>
            <pc:docMk/>
            <pc:sldMk cId="3775030530" sldId="292"/>
            <ac:spMk id="3" creationId="{28BF546E-B3E1-27C5-2E88-6B32D3438A46}"/>
          </ac:spMkLst>
        </pc:spChg>
        <pc:spChg chg="add mod ord">
          <ac:chgData name="divyarramamurthy@gmail.com" userId="514cce189bf9752d" providerId="LiveId" clId="{456020F2-1A58-44AC-A03F-61426B10548D}" dt="2025-07-03T07:43:36.450" v="946" actId="14100"/>
          <ac:spMkLst>
            <pc:docMk/>
            <pc:sldMk cId="3775030530" sldId="292"/>
            <ac:spMk id="4" creationId="{379FDD85-3948-FD50-CE52-C388B3173D0F}"/>
          </ac:spMkLst>
        </pc:spChg>
        <pc:spChg chg="add mod ord">
          <ac:chgData name="divyarramamurthy@gmail.com" userId="514cce189bf9752d" providerId="LiveId" clId="{456020F2-1A58-44AC-A03F-61426B10548D}" dt="2025-07-03T07:57:30.924" v="1121" actId="14100"/>
          <ac:spMkLst>
            <pc:docMk/>
            <pc:sldMk cId="3775030530" sldId="292"/>
            <ac:spMk id="9" creationId="{9D962A22-FBCE-8B98-44AF-68183B75BEA5}"/>
          </ac:spMkLst>
        </pc:spChg>
        <pc:spChg chg="add mod">
          <ac:chgData name="divyarramamurthy@gmail.com" userId="514cce189bf9752d" providerId="LiveId" clId="{456020F2-1A58-44AC-A03F-61426B10548D}" dt="2025-07-03T10:47:29.164" v="1816" actId="962"/>
          <ac:spMkLst>
            <pc:docMk/>
            <pc:sldMk cId="3775030530" sldId="292"/>
            <ac:spMk id="15" creationId="{DEA63CC3-B918-6B2F-1120-5BA07924E18B}"/>
          </ac:spMkLst>
        </pc:spChg>
        <pc:picChg chg="add mod modCrop">
          <ac:chgData name="divyarramamurthy@gmail.com" userId="514cce189bf9752d" providerId="LiveId" clId="{456020F2-1A58-44AC-A03F-61426B10548D}" dt="2025-07-03T10:39:07.438" v="1770" actId="962"/>
          <ac:picMkLst>
            <pc:docMk/>
            <pc:sldMk cId="3775030530" sldId="292"/>
            <ac:picMk id="6" creationId="{75A27830-9326-0D0A-E1C7-D4C3149E8AF9}"/>
          </ac:picMkLst>
        </pc:picChg>
        <pc:picChg chg="add mod modCrop">
          <ac:chgData name="divyarramamurthy@gmail.com" userId="514cce189bf9752d" providerId="LiveId" clId="{456020F2-1A58-44AC-A03F-61426B10548D}" dt="2025-07-03T10:39:14.891" v="1771" actId="962"/>
          <ac:picMkLst>
            <pc:docMk/>
            <pc:sldMk cId="3775030530" sldId="292"/>
            <ac:picMk id="17" creationId="{DBB02EDF-213F-2C5E-E36A-637B177B40A9}"/>
          </ac:picMkLst>
        </pc:picChg>
      </pc:sldChg>
      <pc:sldChg chg="addSp delSp modSp new mod modTransition modAnim">
        <pc:chgData name="divyarramamurthy@gmail.com" userId="514cce189bf9752d" providerId="LiveId" clId="{456020F2-1A58-44AC-A03F-61426B10548D}" dt="2025-07-03T11:00:31.481" v="1900"/>
        <pc:sldMkLst>
          <pc:docMk/>
          <pc:sldMk cId="590277314" sldId="293"/>
        </pc:sldMkLst>
        <pc:spChg chg="add mod ord">
          <ac:chgData name="divyarramamurthy@gmail.com" userId="514cce189bf9752d" providerId="LiveId" clId="{456020F2-1A58-44AC-A03F-61426B10548D}" dt="2025-07-03T07:59:25.433" v="1147" actId="14100"/>
          <ac:spMkLst>
            <pc:docMk/>
            <pc:sldMk cId="590277314" sldId="293"/>
            <ac:spMk id="7" creationId="{E7DB7129-4529-A81B-A8BD-46ACA53E3760}"/>
          </ac:spMkLst>
        </pc:spChg>
        <pc:spChg chg="add mod">
          <ac:chgData name="divyarramamurthy@gmail.com" userId="514cce189bf9752d" providerId="LiveId" clId="{456020F2-1A58-44AC-A03F-61426B10548D}" dt="2025-07-03T10:47:37.966" v="1817" actId="962"/>
          <ac:spMkLst>
            <pc:docMk/>
            <pc:sldMk cId="590277314" sldId="293"/>
            <ac:spMk id="9" creationId="{0D13EF08-7B24-BDD9-2B15-1B3D8F6FE46D}"/>
          </ac:spMkLst>
        </pc:spChg>
        <pc:spChg chg="add mod ord">
          <ac:chgData name="divyarramamurthy@gmail.com" userId="514cce189bf9752d" providerId="LiveId" clId="{456020F2-1A58-44AC-A03F-61426B10548D}" dt="2025-07-03T08:00:49.756" v="1163" actId="14100"/>
          <ac:spMkLst>
            <pc:docMk/>
            <pc:sldMk cId="590277314" sldId="293"/>
            <ac:spMk id="10" creationId="{347A213D-0E99-9A63-8464-F8ECCAA584A3}"/>
          </ac:spMkLst>
        </pc:spChg>
        <pc:picChg chg="add mod modCrop">
          <ac:chgData name="divyarramamurthy@gmail.com" userId="514cce189bf9752d" providerId="LiveId" clId="{456020F2-1A58-44AC-A03F-61426B10548D}" dt="2025-07-03T10:39:42.945" v="1773" actId="962"/>
          <ac:picMkLst>
            <pc:docMk/>
            <pc:sldMk cId="590277314" sldId="293"/>
            <ac:picMk id="6" creationId="{03BF2DDF-ED1D-8826-AECD-E028FC6D46BB}"/>
          </ac:picMkLst>
        </pc:picChg>
        <pc:picChg chg="add mod modCrop">
          <ac:chgData name="divyarramamurthy@gmail.com" userId="514cce189bf9752d" providerId="LiveId" clId="{456020F2-1A58-44AC-A03F-61426B10548D}" dt="2025-07-03T10:39:33.203" v="1772" actId="962"/>
          <ac:picMkLst>
            <pc:docMk/>
            <pc:sldMk cId="590277314" sldId="293"/>
            <ac:picMk id="12" creationId="{2DCBE91A-3257-1128-285B-F90293A4F254}"/>
          </ac:picMkLst>
        </pc:picChg>
      </pc:sldChg>
      <pc:sldChg chg="addSp delSp modSp new del mod ord">
        <pc:chgData name="divyarramamurthy@gmail.com" userId="514cce189bf9752d" providerId="LiveId" clId="{456020F2-1A58-44AC-A03F-61426B10548D}" dt="2025-07-03T08:52:04.747" v="1304" actId="47"/>
        <pc:sldMkLst>
          <pc:docMk/>
          <pc:sldMk cId="387034550" sldId="294"/>
        </pc:sldMkLst>
      </pc:sldChg>
      <pc:sldChg chg="addSp delSp modSp new del mod modAnim">
        <pc:chgData name="divyarramamurthy@gmail.com" userId="514cce189bf9752d" providerId="LiveId" clId="{456020F2-1A58-44AC-A03F-61426B10548D}" dt="2025-07-03T09:52:11.936" v="1610" actId="2696"/>
        <pc:sldMkLst>
          <pc:docMk/>
          <pc:sldMk cId="818706547" sldId="294"/>
        </pc:sldMkLst>
      </pc:sldChg>
      <pc:sldChg chg="addSp delSp modSp new del mod ord">
        <pc:chgData name="divyarramamurthy@gmail.com" userId="514cce189bf9752d" providerId="LiveId" clId="{456020F2-1A58-44AC-A03F-61426B10548D}" dt="2025-07-03T13:47:11.819" v="2221" actId="47"/>
        <pc:sldMkLst>
          <pc:docMk/>
          <pc:sldMk cId="3203959772" sldId="294"/>
        </pc:sldMkLst>
      </pc:sldChg>
      <pc:sldChg chg="addSp delSp modSp add del mod modTransition">
        <pc:chgData name="divyarramamurthy@gmail.com" userId="514cce189bf9752d" providerId="LiveId" clId="{456020F2-1A58-44AC-A03F-61426B10548D}" dt="2025-07-03T08:59:39.534" v="1344" actId="47"/>
        <pc:sldMkLst>
          <pc:docMk/>
          <pc:sldMk cId="3167908648" sldId="295"/>
        </pc:sldMkLst>
      </pc:sldChg>
      <pc:sldChg chg="addSp delSp modSp add mod setBg">
        <pc:chgData name="divyarramamurthy@gmail.com" userId="514cce189bf9752d" providerId="LiveId" clId="{456020F2-1A58-44AC-A03F-61426B10548D}" dt="2025-07-03T13:49:53.410" v="2236" actId="1076"/>
        <pc:sldMkLst>
          <pc:docMk/>
          <pc:sldMk cId="3793581341" sldId="295"/>
        </pc:sldMkLst>
        <pc:spChg chg="mod ord">
          <ac:chgData name="divyarramamurthy@gmail.com" userId="514cce189bf9752d" providerId="LiveId" clId="{456020F2-1A58-44AC-A03F-61426B10548D}" dt="2025-07-03T13:49:13.843" v="2235" actId="552"/>
          <ac:spMkLst>
            <pc:docMk/>
            <pc:sldMk cId="3793581341" sldId="295"/>
            <ac:spMk id="12" creationId="{9DA6D811-F0A6-41F8-58D8-8E8EE3FF5B41}"/>
          </ac:spMkLst>
        </pc:spChg>
        <pc:spChg chg="mod ord topLvl">
          <ac:chgData name="divyarramamurthy@gmail.com" userId="514cce189bf9752d" providerId="LiveId" clId="{456020F2-1A58-44AC-A03F-61426B10548D}" dt="2025-07-03T13:49:13.843" v="2235" actId="552"/>
          <ac:spMkLst>
            <pc:docMk/>
            <pc:sldMk cId="3793581341" sldId="295"/>
            <ac:spMk id="13" creationId="{F62584A4-F4D6-612C-62F6-B2B17E454EE2}"/>
          </ac:spMkLst>
        </pc:spChg>
        <pc:spChg chg="mod ord topLvl">
          <ac:chgData name="divyarramamurthy@gmail.com" userId="514cce189bf9752d" providerId="LiveId" clId="{456020F2-1A58-44AC-A03F-61426B10548D}" dt="2025-07-03T13:49:13.843" v="2235" actId="552"/>
          <ac:spMkLst>
            <pc:docMk/>
            <pc:sldMk cId="3793581341" sldId="295"/>
            <ac:spMk id="14" creationId="{D227C222-9152-729A-DEC0-8D6A2BC3FAFE}"/>
          </ac:spMkLst>
        </pc:spChg>
        <pc:spChg chg="mod ord topLvl">
          <ac:chgData name="divyarramamurthy@gmail.com" userId="514cce189bf9752d" providerId="LiveId" clId="{456020F2-1A58-44AC-A03F-61426B10548D}" dt="2025-07-03T13:49:13.843" v="2235" actId="552"/>
          <ac:spMkLst>
            <pc:docMk/>
            <pc:sldMk cId="3793581341" sldId="295"/>
            <ac:spMk id="15" creationId="{55C7EE01-DBEC-137D-18BB-2888E38C29BB}"/>
          </ac:spMkLst>
        </pc:spChg>
        <pc:spChg chg="mod ord">
          <ac:chgData name="divyarramamurthy@gmail.com" userId="514cce189bf9752d" providerId="LiveId" clId="{456020F2-1A58-44AC-A03F-61426B10548D}" dt="2025-07-03T13:49:13.843" v="2235" actId="552"/>
          <ac:spMkLst>
            <pc:docMk/>
            <pc:sldMk cId="3793581341" sldId="295"/>
            <ac:spMk id="16" creationId="{31ED79AB-6BE0-41B2-CCC4-DD3CCEBBBDAB}"/>
          </ac:spMkLst>
        </pc:spChg>
        <pc:spChg chg="mod ord topLvl">
          <ac:chgData name="divyarramamurthy@gmail.com" userId="514cce189bf9752d" providerId="LiveId" clId="{456020F2-1A58-44AC-A03F-61426B10548D}" dt="2025-07-03T13:49:53.410" v="2236" actId="1076"/>
          <ac:spMkLst>
            <pc:docMk/>
            <pc:sldMk cId="3793581341" sldId="295"/>
            <ac:spMk id="17" creationId="{9188C5F4-214D-9E0E-4F19-C663C404F6B8}"/>
          </ac:spMkLst>
        </pc:spChg>
        <pc:spChg chg="mod ord topLvl">
          <ac:chgData name="divyarramamurthy@gmail.com" userId="514cce189bf9752d" providerId="LiveId" clId="{456020F2-1A58-44AC-A03F-61426B10548D}" dt="2025-07-03T13:49:13.843" v="2235" actId="552"/>
          <ac:spMkLst>
            <pc:docMk/>
            <pc:sldMk cId="3793581341" sldId="295"/>
            <ac:spMk id="19" creationId="{40D97D95-8465-58D7-EAC1-76ABAD88F789}"/>
          </ac:spMkLst>
        </pc:spChg>
        <pc:spChg chg="mod ord topLvl">
          <ac:chgData name="divyarramamurthy@gmail.com" userId="514cce189bf9752d" providerId="LiveId" clId="{456020F2-1A58-44AC-A03F-61426B10548D}" dt="2025-07-03T13:49:13.843" v="2235" actId="552"/>
          <ac:spMkLst>
            <pc:docMk/>
            <pc:sldMk cId="3793581341" sldId="295"/>
            <ac:spMk id="20" creationId="{F29B46DD-0457-6EF9-F859-C2F1257EB143}"/>
          </ac:spMkLst>
        </pc:spChg>
        <pc:spChg chg="mod ord topLvl">
          <ac:chgData name="divyarramamurthy@gmail.com" userId="514cce189bf9752d" providerId="LiveId" clId="{456020F2-1A58-44AC-A03F-61426B10548D}" dt="2025-07-03T13:49:13.843" v="2235" actId="552"/>
          <ac:spMkLst>
            <pc:docMk/>
            <pc:sldMk cId="3793581341" sldId="295"/>
            <ac:spMk id="21" creationId="{D8215686-7995-CBBD-91C7-3D70E44423C6}"/>
          </ac:spMkLst>
        </pc:spChg>
        <pc:spChg chg="mod ord">
          <ac:chgData name="divyarramamurthy@gmail.com" userId="514cce189bf9752d" providerId="LiveId" clId="{456020F2-1A58-44AC-A03F-61426B10548D}" dt="2025-07-03T13:49:13.843" v="2235" actId="552"/>
          <ac:spMkLst>
            <pc:docMk/>
            <pc:sldMk cId="3793581341" sldId="295"/>
            <ac:spMk id="22" creationId="{4A92DD98-FD76-7717-67A8-0C9C42BAC0D5}"/>
          </ac:spMkLst>
        </pc:spChg>
      </pc:sldChg>
      <pc:sldChg chg="modSp add mod">
        <pc:chgData name="divyarramamurthy@gmail.com" userId="514cce189bf9752d" providerId="LiveId" clId="{456020F2-1A58-44AC-A03F-61426B10548D}" dt="2025-07-03T14:26:10.076" v="2385" actId="1076"/>
        <pc:sldMkLst>
          <pc:docMk/>
          <pc:sldMk cId="3242691478" sldId="296"/>
        </pc:sldMkLst>
        <pc:spChg chg="mod">
          <ac:chgData name="divyarramamurthy@gmail.com" userId="514cce189bf9752d" providerId="LiveId" clId="{456020F2-1A58-44AC-A03F-61426B10548D}" dt="2025-07-03T14:26:10.076" v="2385" actId="1076"/>
          <ac:spMkLst>
            <pc:docMk/>
            <pc:sldMk cId="3242691478" sldId="296"/>
            <ac:spMk id="19" creationId="{C7EA5C26-41E9-0444-F418-590882D0F819}"/>
          </ac:spMkLst>
        </pc:spChg>
      </pc:sldChg>
      <pc:sldChg chg="add del modTransition">
        <pc:chgData name="divyarramamurthy@gmail.com" userId="514cce189bf9752d" providerId="LiveId" clId="{456020F2-1A58-44AC-A03F-61426B10548D}" dt="2025-07-03T08:59:36.930" v="1343" actId="47"/>
        <pc:sldMkLst>
          <pc:docMk/>
          <pc:sldMk cId="3954845193" sldId="296"/>
        </pc:sldMkLst>
      </pc:sldChg>
      <pc:sldChg chg="addSp delSp modSp new del mod modTransition setBg">
        <pc:chgData name="divyarramamurthy@gmail.com" userId="514cce189bf9752d" providerId="LiveId" clId="{456020F2-1A58-44AC-A03F-61426B10548D}" dt="2025-07-04T08:05:34.326" v="2499" actId="47"/>
        <pc:sldMkLst>
          <pc:docMk/>
          <pc:sldMk cId="3108673601" sldId="297"/>
        </pc:sldMkLst>
      </pc:sldChg>
      <pc:sldChg chg="add modTransition">
        <pc:chgData name="divyarramamurthy@gmail.com" userId="514cce189bf9752d" providerId="LiveId" clId="{456020F2-1A58-44AC-A03F-61426B10548D}" dt="2025-07-04T08:05:08.020" v="2498"/>
        <pc:sldMkLst>
          <pc:docMk/>
          <pc:sldMk cId="2790118960" sldId="298"/>
        </pc:sldMkLst>
      </pc:sldChg>
      <pc:sldMasterChg chg="modTransition delSldLayout modSldLayout">
        <pc:chgData name="divyarramamurthy@gmail.com" userId="514cce189bf9752d" providerId="LiveId" clId="{456020F2-1A58-44AC-A03F-61426B10548D}" dt="2025-07-03T08:59:16.980" v="1341"/>
        <pc:sldMasterMkLst>
          <pc:docMk/>
          <pc:sldMasterMk cId="1556065105" sldId="2147483667"/>
        </pc:sldMasterMkLst>
        <pc:sldLayoutChg chg="modTransition">
          <pc:chgData name="divyarramamurthy@gmail.com" userId="514cce189bf9752d" providerId="LiveId" clId="{456020F2-1A58-44AC-A03F-61426B10548D}" dt="2025-07-03T08:59:16.980" v="1341"/>
          <pc:sldLayoutMkLst>
            <pc:docMk/>
            <pc:sldMasterMk cId="1556065105" sldId="2147483667"/>
            <pc:sldLayoutMk cId="1411565731" sldId="2147483668"/>
          </pc:sldLayoutMkLst>
        </pc:sldLayoutChg>
        <pc:sldLayoutChg chg="modTransition">
          <pc:chgData name="divyarramamurthy@gmail.com" userId="514cce189bf9752d" providerId="LiveId" clId="{456020F2-1A58-44AC-A03F-61426B10548D}" dt="2025-07-03T08:59:16.980" v="1341"/>
          <pc:sldLayoutMkLst>
            <pc:docMk/>
            <pc:sldMasterMk cId="1556065105" sldId="2147483667"/>
            <pc:sldLayoutMk cId="2667895802" sldId="2147483669"/>
          </pc:sldLayoutMkLst>
        </pc:sldLayoutChg>
        <pc:sldLayoutChg chg="modTransition">
          <pc:chgData name="divyarramamurthy@gmail.com" userId="514cce189bf9752d" providerId="LiveId" clId="{456020F2-1A58-44AC-A03F-61426B10548D}" dt="2025-07-03T08:59:16.980" v="1341"/>
          <pc:sldLayoutMkLst>
            <pc:docMk/>
            <pc:sldMasterMk cId="1556065105" sldId="2147483667"/>
            <pc:sldLayoutMk cId="3535638890" sldId="2147483670"/>
          </pc:sldLayoutMkLst>
        </pc:sldLayoutChg>
        <pc:sldLayoutChg chg="modTransition">
          <pc:chgData name="divyarramamurthy@gmail.com" userId="514cce189bf9752d" providerId="LiveId" clId="{456020F2-1A58-44AC-A03F-61426B10548D}" dt="2025-07-03T08:59:16.980" v="1341"/>
          <pc:sldLayoutMkLst>
            <pc:docMk/>
            <pc:sldMasterMk cId="1556065105" sldId="2147483667"/>
            <pc:sldLayoutMk cId="4208121580" sldId="2147483671"/>
          </pc:sldLayoutMkLst>
        </pc:sldLayoutChg>
        <pc:sldLayoutChg chg="modTransition">
          <pc:chgData name="divyarramamurthy@gmail.com" userId="514cce189bf9752d" providerId="LiveId" clId="{456020F2-1A58-44AC-A03F-61426B10548D}" dt="2025-07-03T08:59:16.980" v="1341"/>
          <pc:sldLayoutMkLst>
            <pc:docMk/>
            <pc:sldMasterMk cId="1556065105" sldId="2147483667"/>
            <pc:sldLayoutMk cId="3877208624" sldId="2147483672"/>
          </pc:sldLayoutMkLst>
        </pc:sldLayoutChg>
        <pc:sldLayoutChg chg="modTransition">
          <pc:chgData name="divyarramamurthy@gmail.com" userId="514cce189bf9752d" providerId="LiveId" clId="{456020F2-1A58-44AC-A03F-61426B10548D}" dt="2025-07-03T08:59:16.980" v="1341"/>
          <pc:sldLayoutMkLst>
            <pc:docMk/>
            <pc:sldMasterMk cId="1556065105" sldId="2147483667"/>
            <pc:sldLayoutMk cId="4049826422" sldId="2147483673"/>
          </pc:sldLayoutMkLst>
        </pc:sldLayoutChg>
        <pc:sldLayoutChg chg="modTransition">
          <pc:chgData name="divyarramamurthy@gmail.com" userId="514cce189bf9752d" providerId="LiveId" clId="{456020F2-1A58-44AC-A03F-61426B10548D}" dt="2025-07-03T08:59:16.980" v="1341"/>
          <pc:sldLayoutMkLst>
            <pc:docMk/>
            <pc:sldMasterMk cId="1556065105" sldId="2147483667"/>
            <pc:sldLayoutMk cId="762831205" sldId="2147483674"/>
          </pc:sldLayoutMkLst>
        </pc:sldLayoutChg>
        <pc:sldLayoutChg chg="modTransition">
          <pc:chgData name="divyarramamurthy@gmail.com" userId="514cce189bf9752d" providerId="LiveId" clId="{456020F2-1A58-44AC-A03F-61426B10548D}" dt="2025-07-03T08:59:16.980" v="1341"/>
          <pc:sldLayoutMkLst>
            <pc:docMk/>
            <pc:sldMasterMk cId="1556065105" sldId="2147483667"/>
            <pc:sldLayoutMk cId="1719983928" sldId="2147483675"/>
          </pc:sldLayoutMkLst>
        </pc:sldLayoutChg>
        <pc:sldLayoutChg chg="modTransition">
          <pc:chgData name="divyarramamurthy@gmail.com" userId="514cce189bf9752d" providerId="LiveId" clId="{456020F2-1A58-44AC-A03F-61426B10548D}" dt="2025-07-03T08:59:16.980" v="1341"/>
          <pc:sldLayoutMkLst>
            <pc:docMk/>
            <pc:sldMasterMk cId="1556065105" sldId="2147483667"/>
            <pc:sldLayoutMk cId="979663486" sldId="2147483676"/>
          </pc:sldLayoutMkLst>
        </pc:sldLayoutChg>
        <pc:sldLayoutChg chg="modTransition">
          <pc:chgData name="divyarramamurthy@gmail.com" userId="514cce189bf9752d" providerId="LiveId" clId="{456020F2-1A58-44AC-A03F-61426B10548D}" dt="2025-07-03T08:59:16.980" v="1341"/>
          <pc:sldLayoutMkLst>
            <pc:docMk/>
            <pc:sldMasterMk cId="1556065105" sldId="2147483667"/>
            <pc:sldLayoutMk cId="2461895889" sldId="2147483677"/>
          </pc:sldLayoutMkLst>
        </pc:sldLayoutChg>
        <pc:sldLayoutChg chg="modTransition">
          <pc:chgData name="divyarramamurthy@gmail.com" userId="514cce189bf9752d" providerId="LiveId" clId="{456020F2-1A58-44AC-A03F-61426B10548D}" dt="2025-07-03T08:59:16.980" v="1341"/>
          <pc:sldLayoutMkLst>
            <pc:docMk/>
            <pc:sldMasterMk cId="1556065105" sldId="2147483667"/>
            <pc:sldLayoutMk cId="247221431" sldId="2147483678"/>
          </pc:sldLayoutMkLst>
        </pc:sldLayoutChg>
        <pc:sldLayoutChg chg="modTransition">
          <pc:chgData name="divyarramamurthy@gmail.com" userId="514cce189bf9752d" providerId="LiveId" clId="{456020F2-1A58-44AC-A03F-61426B10548D}" dt="2025-07-03T08:59:16.980" v="1341"/>
          <pc:sldLayoutMkLst>
            <pc:docMk/>
            <pc:sldMasterMk cId="1556065105" sldId="2147483667"/>
            <pc:sldLayoutMk cId="1007240149" sldId="2147483679"/>
          </pc:sldLayoutMkLst>
        </pc:sldLayoutChg>
        <pc:sldLayoutChg chg="modTransition">
          <pc:chgData name="divyarramamurthy@gmail.com" userId="514cce189bf9752d" providerId="LiveId" clId="{456020F2-1A58-44AC-A03F-61426B10548D}" dt="2025-07-03T08:59:16.980" v="1341"/>
          <pc:sldLayoutMkLst>
            <pc:docMk/>
            <pc:sldMasterMk cId="1556065105" sldId="2147483667"/>
            <pc:sldLayoutMk cId="4225005661" sldId="2147483680"/>
          </pc:sldLayoutMkLst>
        </pc:sldLayoutChg>
        <pc:sldLayoutChg chg="modTransition">
          <pc:chgData name="divyarramamurthy@gmail.com" userId="514cce189bf9752d" providerId="LiveId" clId="{456020F2-1A58-44AC-A03F-61426B10548D}" dt="2025-07-03T08:59:16.980" v="1341"/>
          <pc:sldLayoutMkLst>
            <pc:docMk/>
            <pc:sldMasterMk cId="1556065105" sldId="2147483667"/>
            <pc:sldLayoutMk cId="4056528567" sldId="2147483681"/>
          </pc:sldLayoutMkLst>
        </pc:sldLayoutChg>
        <pc:sldLayoutChg chg="modTransition">
          <pc:chgData name="divyarramamurthy@gmail.com" userId="514cce189bf9752d" providerId="LiveId" clId="{456020F2-1A58-44AC-A03F-61426B10548D}" dt="2025-07-03T08:59:16.980" v="1341"/>
          <pc:sldLayoutMkLst>
            <pc:docMk/>
            <pc:sldMasterMk cId="1556065105" sldId="2147483667"/>
            <pc:sldLayoutMk cId="260937850" sldId="2147483682"/>
          </pc:sldLayoutMkLst>
        </pc:sldLayoutChg>
        <pc:sldLayoutChg chg="modTransition">
          <pc:chgData name="divyarramamurthy@gmail.com" userId="514cce189bf9752d" providerId="LiveId" clId="{456020F2-1A58-44AC-A03F-61426B10548D}" dt="2025-07-03T08:59:16.980" v="1341"/>
          <pc:sldLayoutMkLst>
            <pc:docMk/>
            <pc:sldMasterMk cId="1556065105" sldId="2147483667"/>
            <pc:sldLayoutMk cId="3192374036" sldId="2147483683"/>
          </pc:sldLayoutMkLst>
        </pc:sldLayoutChg>
        <pc:sldLayoutChg chg="del">
          <pc:chgData name="divyarramamurthy@gmail.com" userId="514cce189bf9752d" providerId="LiveId" clId="{456020F2-1A58-44AC-A03F-61426B10548D}" dt="2025-07-02T13:54:43.840" v="344" actId="2696"/>
          <pc:sldLayoutMkLst>
            <pc:docMk/>
            <pc:sldMasterMk cId="1556065105" sldId="2147483667"/>
            <pc:sldLayoutMk cId="1535595500" sldId="2147483684"/>
          </pc:sldLayoutMkLst>
        </pc:sldLayoutChg>
        <pc:sldLayoutChg chg="modTransition">
          <pc:chgData name="divyarramamurthy@gmail.com" userId="514cce189bf9752d" providerId="LiveId" clId="{456020F2-1A58-44AC-A03F-61426B10548D}" dt="2025-07-03T08:59:16.980" v="1341"/>
          <pc:sldLayoutMkLst>
            <pc:docMk/>
            <pc:sldMasterMk cId="1556065105" sldId="2147483667"/>
            <pc:sldLayoutMk cId="866756647" sldId="2147483685"/>
          </pc:sldLayoutMkLst>
        </pc:sldLayoutChg>
        <pc:sldLayoutChg chg="modTransition">
          <pc:chgData name="divyarramamurthy@gmail.com" userId="514cce189bf9752d" providerId="LiveId" clId="{456020F2-1A58-44AC-A03F-61426B10548D}" dt="2025-07-03T08:59:16.980" v="1341"/>
          <pc:sldLayoutMkLst>
            <pc:docMk/>
            <pc:sldMasterMk cId="1556065105" sldId="2147483667"/>
            <pc:sldLayoutMk cId="4252046426" sldId="2147483686"/>
          </pc:sldLayoutMkLst>
        </pc:sldLayoutChg>
        <pc:sldLayoutChg chg="modTransition">
          <pc:chgData name="divyarramamurthy@gmail.com" userId="514cce189bf9752d" providerId="LiveId" clId="{456020F2-1A58-44AC-A03F-61426B10548D}" dt="2025-07-03T08:59:16.980" v="1341"/>
          <pc:sldLayoutMkLst>
            <pc:docMk/>
            <pc:sldMasterMk cId="1556065105" sldId="2147483667"/>
            <pc:sldLayoutMk cId="3656868073" sldId="2147483687"/>
          </pc:sldLayoutMkLst>
        </pc:sldLayoutChg>
        <pc:sldLayoutChg chg="modTransition">
          <pc:chgData name="divyarramamurthy@gmail.com" userId="514cce189bf9752d" providerId="LiveId" clId="{456020F2-1A58-44AC-A03F-61426B10548D}" dt="2025-07-03T08:59:16.980" v="1341"/>
          <pc:sldLayoutMkLst>
            <pc:docMk/>
            <pc:sldMasterMk cId="1556065105" sldId="2147483667"/>
            <pc:sldLayoutMk cId="177422774" sldId="2147483688"/>
          </pc:sldLayoutMkLst>
        </pc:sldLayoutChg>
        <pc:sldLayoutChg chg="modTransition">
          <pc:chgData name="divyarramamurthy@gmail.com" userId="514cce189bf9752d" providerId="LiveId" clId="{456020F2-1A58-44AC-A03F-61426B10548D}" dt="2025-07-03T08:59:16.980" v="1341"/>
          <pc:sldLayoutMkLst>
            <pc:docMk/>
            <pc:sldMasterMk cId="1556065105" sldId="2147483667"/>
            <pc:sldLayoutMk cId="1518789907" sldId="2147483689"/>
          </pc:sldLayoutMkLst>
        </pc:sldLayoutChg>
        <pc:sldLayoutChg chg="modTransition">
          <pc:chgData name="divyarramamurthy@gmail.com" userId="514cce189bf9752d" providerId="LiveId" clId="{456020F2-1A58-44AC-A03F-61426B10548D}" dt="2025-07-03T08:59:16.980" v="1341"/>
          <pc:sldLayoutMkLst>
            <pc:docMk/>
            <pc:sldMasterMk cId="1556065105" sldId="2147483667"/>
            <pc:sldLayoutMk cId="114884233" sldId="2147483690"/>
          </pc:sldLayoutMkLst>
        </pc:sldLayoutChg>
        <pc:sldLayoutChg chg="modTransition">
          <pc:chgData name="divyarramamurthy@gmail.com" userId="514cce189bf9752d" providerId="LiveId" clId="{456020F2-1A58-44AC-A03F-61426B10548D}" dt="2025-07-03T08:59:16.980" v="1341"/>
          <pc:sldLayoutMkLst>
            <pc:docMk/>
            <pc:sldMasterMk cId="1556065105" sldId="2147483667"/>
            <pc:sldLayoutMk cId="1125396299" sldId="214748369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7/6/2025</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B16356-3B28-4AAF-8099-7941810E2475}" type="datetimeFigureOut">
              <a:rPr lang="en-US" smtClean="0"/>
              <a:t>7/6/2025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5DA344-5FA2-43F7-9D95-CA56C82B080A}" type="slidenum">
              <a:rPr lang="en-US" smtClean="0"/>
              <a:t>‹#›</a:t>
            </a:fld>
            <a:endParaRPr lang="en-US"/>
          </a:p>
        </p:txBody>
      </p:sp>
    </p:spTree>
    <p:extLst>
      <p:ext uri="{BB962C8B-B14F-4D97-AF65-F5344CB8AC3E}">
        <p14:creationId xmlns:p14="http://schemas.microsoft.com/office/powerpoint/2010/main" val="1255762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C8BF9-DF31-B33C-1E93-EE07555379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449F02-C9D0-7AB1-D022-F18FBC70E2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0D7C6D-49CB-1664-9A22-1F86123EDFEF}"/>
              </a:ext>
            </a:extLst>
          </p:cNvPr>
          <p:cNvSpPr>
            <a:spLocks noGrp="1"/>
          </p:cNvSpPr>
          <p:nvPr>
            <p:ph type="body" idx="1"/>
          </p:nvPr>
        </p:nvSpPr>
        <p:spPr/>
        <p:txBody>
          <a:bodyPr/>
          <a:lstStyle/>
          <a:p>
            <a:endParaRPr lang="en-IM" dirty="0"/>
          </a:p>
        </p:txBody>
      </p:sp>
      <p:sp>
        <p:nvSpPr>
          <p:cNvPr id="4" name="Slide Number Placeholder 3">
            <a:extLst>
              <a:ext uri="{FF2B5EF4-FFF2-40B4-BE49-F238E27FC236}">
                <a16:creationId xmlns:a16="http://schemas.microsoft.com/office/drawing/2014/main" id="{F1125DC8-5345-EAE7-EA00-B0716C30A544}"/>
              </a:ext>
            </a:extLst>
          </p:cNvPr>
          <p:cNvSpPr>
            <a:spLocks noGrp="1"/>
          </p:cNvSpPr>
          <p:nvPr>
            <p:ph type="sldNum" sz="quarter" idx="5"/>
          </p:nvPr>
        </p:nvSpPr>
        <p:spPr/>
        <p:txBody>
          <a:bodyPr/>
          <a:lstStyle/>
          <a:p>
            <a:fld id="{CC5DA344-5FA2-43F7-9D95-CA56C82B080A}" type="slidenum">
              <a:rPr lang="en-US" smtClean="0"/>
              <a:t>2</a:t>
            </a:fld>
            <a:endParaRPr lang="en-US"/>
          </a:p>
        </p:txBody>
      </p:sp>
    </p:spTree>
    <p:extLst>
      <p:ext uri="{BB962C8B-B14F-4D97-AF65-F5344CB8AC3E}">
        <p14:creationId xmlns:p14="http://schemas.microsoft.com/office/powerpoint/2010/main" val="29266853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C2970-84EC-9C96-4DF0-DF37BCD643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23641C-D918-17ED-EB40-014FCD4C2A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C44FA4-4BEA-5CDB-D32E-42CEE0E0A1F1}"/>
              </a:ext>
            </a:extLst>
          </p:cNvPr>
          <p:cNvSpPr>
            <a:spLocks noGrp="1"/>
          </p:cNvSpPr>
          <p:nvPr>
            <p:ph type="body" idx="1"/>
          </p:nvPr>
        </p:nvSpPr>
        <p:spPr/>
        <p:txBody>
          <a:bodyPr/>
          <a:lstStyle/>
          <a:p>
            <a:endParaRPr lang="en-IM" dirty="0"/>
          </a:p>
        </p:txBody>
      </p:sp>
      <p:sp>
        <p:nvSpPr>
          <p:cNvPr id="4" name="Slide Number Placeholder 3">
            <a:extLst>
              <a:ext uri="{FF2B5EF4-FFF2-40B4-BE49-F238E27FC236}">
                <a16:creationId xmlns:a16="http://schemas.microsoft.com/office/drawing/2014/main" id="{EF286479-AEA9-1748-9C40-1344687265AC}"/>
              </a:ext>
            </a:extLst>
          </p:cNvPr>
          <p:cNvSpPr>
            <a:spLocks noGrp="1"/>
          </p:cNvSpPr>
          <p:nvPr>
            <p:ph type="sldNum" sz="quarter" idx="5"/>
          </p:nvPr>
        </p:nvSpPr>
        <p:spPr/>
        <p:txBody>
          <a:bodyPr/>
          <a:lstStyle/>
          <a:p>
            <a:fld id="{CC5DA344-5FA2-43F7-9D95-CA56C82B080A}" type="slidenum">
              <a:rPr lang="en-US" smtClean="0"/>
              <a:t>3</a:t>
            </a:fld>
            <a:endParaRPr lang="en-US"/>
          </a:p>
        </p:txBody>
      </p:sp>
    </p:spTree>
    <p:extLst>
      <p:ext uri="{BB962C8B-B14F-4D97-AF65-F5344CB8AC3E}">
        <p14:creationId xmlns:p14="http://schemas.microsoft.com/office/powerpoint/2010/main" val="394064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4</a:t>
            </a:fld>
            <a:endParaRPr lang="en-US"/>
          </a:p>
        </p:txBody>
      </p:sp>
    </p:spTree>
    <p:extLst>
      <p:ext uri="{BB962C8B-B14F-4D97-AF65-F5344CB8AC3E}">
        <p14:creationId xmlns:p14="http://schemas.microsoft.com/office/powerpoint/2010/main" val="1233045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5</a:t>
            </a:fld>
            <a:endParaRPr lang="en-US"/>
          </a:p>
        </p:txBody>
      </p:sp>
    </p:spTree>
    <p:extLst>
      <p:ext uri="{BB962C8B-B14F-4D97-AF65-F5344CB8AC3E}">
        <p14:creationId xmlns:p14="http://schemas.microsoft.com/office/powerpoint/2010/main" val="465852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6</a:t>
            </a:fld>
            <a:endParaRPr lang="en-US"/>
          </a:p>
        </p:txBody>
      </p:sp>
    </p:spTree>
    <p:extLst>
      <p:ext uri="{BB962C8B-B14F-4D97-AF65-F5344CB8AC3E}">
        <p14:creationId xmlns:p14="http://schemas.microsoft.com/office/powerpoint/2010/main" val="39884402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7</a:t>
            </a:fld>
            <a:endParaRPr lang="en-US"/>
          </a:p>
        </p:txBody>
      </p:sp>
    </p:spTree>
    <p:extLst>
      <p:ext uri="{BB962C8B-B14F-4D97-AF65-F5344CB8AC3E}">
        <p14:creationId xmlns:p14="http://schemas.microsoft.com/office/powerpoint/2010/main" val="7112980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8</a:t>
            </a:fld>
            <a:endParaRPr lang="en-US"/>
          </a:p>
        </p:txBody>
      </p:sp>
    </p:spTree>
    <p:extLst>
      <p:ext uri="{BB962C8B-B14F-4D97-AF65-F5344CB8AC3E}">
        <p14:creationId xmlns:p14="http://schemas.microsoft.com/office/powerpoint/2010/main" val="1495799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9</a:t>
            </a:fld>
            <a:endParaRPr lang="en-US"/>
          </a:p>
        </p:txBody>
      </p:sp>
    </p:spTree>
    <p:extLst>
      <p:ext uri="{BB962C8B-B14F-4D97-AF65-F5344CB8AC3E}">
        <p14:creationId xmlns:p14="http://schemas.microsoft.com/office/powerpoint/2010/main" val="206508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10</a:t>
            </a:fld>
            <a:endParaRPr lang="en-US"/>
          </a:p>
        </p:txBody>
      </p:sp>
    </p:spTree>
    <p:extLst>
      <p:ext uri="{BB962C8B-B14F-4D97-AF65-F5344CB8AC3E}">
        <p14:creationId xmlns:p14="http://schemas.microsoft.com/office/powerpoint/2010/main" val="27299733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11</a:t>
            </a:fld>
            <a:endParaRPr lang="en-US"/>
          </a:p>
        </p:txBody>
      </p:sp>
    </p:spTree>
    <p:extLst>
      <p:ext uri="{BB962C8B-B14F-4D97-AF65-F5344CB8AC3E}">
        <p14:creationId xmlns:p14="http://schemas.microsoft.com/office/powerpoint/2010/main" val="32818806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6C995-2A2A-AE80-1A70-C28D4BBBA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CDC086-1BE8-959F-B258-CEBEC6AF94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3B57A3-9E01-70A1-3B1D-F88ABEA0FC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BF39AB-B47F-EB78-F401-E155D7096589}"/>
              </a:ext>
            </a:extLst>
          </p:cNvPr>
          <p:cNvSpPr>
            <a:spLocks noGrp="1"/>
          </p:cNvSpPr>
          <p:nvPr>
            <p:ph type="sldNum" sz="quarter" idx="5"/>
          </p:nvPr>
        </p:nvSpPr>
        <p:spPr/>
        <p:txBody>
          <a:bodyPr/>
          <a:lstStyle/>
          <a:p>
            <a:fld id="{CC5DA344-5FA2-43F7-9D95-CA56C82B080A}" type="slidenum">
              <a:rPr lang="en-US" smtClean="0"/>
              <a:t>12</a:t>
            </a:fld>
            <a:endParaRPr lang="en-US"/>
          </a:p>
        </p:txBody>
      </p:sp>
    </p:spTree>
    <p:extLst>
      <p:ext uri="{BB962C8B-B14F-4D97-AF65-F5344CB8AC3E}">
        <p14:creationId xmlns:p14="http://schemas.microsoft.com/office/powerpoint/2010/main" val="42299438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D6944-5740-8160-13FF-76FA2D7812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C6C3D5-8096-0063-EB9A-3854D152EE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F2BEAF-2EEB-63C8-6693-A3A694D5A88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F3FD9C9-8F8F-EC07-267C-D10E3FF05C33}"/>
              </a:ext>
            </a:extLst>
          </p:cNvPr>
          <p:cNvSpPr>
            <a:spLocks noGrp="1"/>
          </p:cNvSpPr>
          <p:nvPr>
            <p:ph type="sldNum" sz="quarter" idx="5"/>
          </p:nvPr>
        </p:nvSpPr>
        <p:spPr/>
        <p:txBody>
          <a:bodyPr/>
          <a:lstStyle/>
          <a:p>
            <a:fld id="{CC5DA344-5FA2-43F7-9D95-CA56C82B080A}" type="slidenum">
              <a:rPr lang="en-US" smtClean="0"/>
              <a:t>13</a:t>
            </a:fld>
            <a:endParaRPr lang="en-US"/>
          </a:p>
        </p:txBody>
      </p:sp>
    </p:spTree>
    <p:extLst>
      <p:ext uri="{BB962C8B-B14F-4D97-AF65-F5344CB8AC3E}">
        <p14:creationId xmlns:p14="http://schemas.microsoft.com/office/powerpoint/2010/main" val="37868410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7AEE1-25F7-2D15-114B-1487F67C1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A2F170-1864-2731-DF3C-6013FD857F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215D2F-04B4-921E-102C-8B12FA834E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E0BA21D-F8B1-0E5C-EFA7-01B50F61D5FF}"/>
              </a:ext>
            </a:extLst>
          </p:cNvPr>
          <p:cNvSpPr>
            <a:spLocks noGrp="1"/>
          </p:cNvSpPr>
          <p:nvPr>
            <p:ph type="sldNum" sz="quarter" idx="5"/>
          </p:nvPr>
        </p:nvSpPr>
        <p:spPr/>
        <p:txBody>
          <a:bodyPr/>
          <a:lstStyle/>
          <a:p>
            <a:fld id="{CC5DA344-5FA2-43F7-9D95-CA56C82B080A}" type="slidenum">
              <a:rPr lang="en-US" smtClean="0"/>
              <a:t>14</a:t>
            </a:fld>
            <a:endParaRPr lang="en-US"/>
          </a:p>
        </p:txBody>
      </p:sp>
    </p:spTree>
    <p:extLst>
      <p:ext uri="{BB962C8B-B14F-4D97-AF65-F5344CB8AC3E}">
        <p14:creationId xmlns:p14="http://schemas.microsoft.com/office/powerpoint/2010/main" val="38898960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16</a:t>
            </a:fld>
            <a:endParaRPr lang="en-US"/>
          </a:p>
        </p:txBody>
      </p:sp>
    </p:spTree>
    <p:extLst>
      <p:ext uri="{BB962C8B-B14F-4D97-AF65-F5344CB8AC3E}">
        <p14:creationId xmlns:p14="http://schemas.microsoft.com/office/powerpoint/2010/main" val="2974415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anchor="b">
            <a:normAutofit/>
          </a:bodyPr>
          <a:lstStyle>
            <a:lvl1pPr algn="ctr">
              <a:defRPr sz="6600"/>
            </a:lvl1pPr>
          </a:lstStyle>
          <a:p>
            <a:r>
              <a:rPr lang="en-GB"/>
              <a:t>Click to edit Master title style</a:t>
            </a:r>
            <a:endParaRPr lang="en-US" dirty="0"/>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a:extLst>
              <a:ext uri="{FF2B5EF4-FFF2-40B4-BE49-F238E27FC236}">
                <a16:creationId xmlns:a16="http://schemas.microsoft.com/office/drawing/2014/main" id="{A5237F11-76DB-4DD9-9747-3F38D05BA0FE}"/>
              </a:ext>
            </a:extLst>
          </p:cNvPr>
          <p:cNvSpPr>
            <a:spLocks noGrp="1"/>
          </p:cNvSpPr>
          <p:nvPr>
            <p:ph type="dt" sz="half" idx="10"/>
          </p:nvPr>
        </p:nvSpPr>
        <p:spPr/>
        <p:txBody>
          <a:bodyPr/>
          <a:lstStyle/>
          <a:p>
            <a:fld id="{D6D8061D-18C3-4F4F-85EF-561633F58754}" type="datetimeFigureOut">
              <a:rPr lang="en-US" smtClean="0"/>
              <a:t>7/6/2025</a:t>
            </a:fld>
            <a:endParaRPr lang="en-US"/>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4115657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75558-A264-444E-829B-51AAE6B4BFCE}"/>
              </a:ext>
            </a:extLst>
          </p:cNvPr>
          <p:cNvSpPr>
            <a:spLocks noGrp="1"/>
          </p:cNvSpPr>
          <p:nvPr>
            <p:ph type="title"/>
          </p:nvPr>
        </p:nvSpPr>
        <p:spPr/>
        <p:txBody>
          <a:body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908D9373-37D1-4135-8D34-755E139F79DD}"/>
              </a:ext>
            </a:extLst>
          </p:cNvPr>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a:lstStyle/>
          <a:p>
            <a:fld id="{D6D8061D-18C3-4F4F-85EF-561633F58754}" type="datetimeFigureOut">
              <a:rPr lang="en-US" smtClean="0"/>
              <a:t>7/6/2025</a:t>
            </a:fld>
            <a:endParaRPr lang="en-US"/>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678958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1BE8-ECC1-4027-B16E-C7BECCA9DF4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246C7E1-471A-46AA-8068-98E68C0C20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F7C9F8F-EC48-4D16-B4C6-023A7B607BE6}"/>
              </a:ext>
            </a:extLst>
          </p:cNvPr>
          <p:cNvSpPr>
            <a:spLocks noGrp="1"/>
          </p:cNvSpPr>
          <p:nvPr>
            <p:ph type="dt" sz="half" idx="10"/>
          </p:nvPr>
        </p:nvSpPr>
        <p:spPr/>
        <p:txBody>
          <a:bodyPr/>
          <a:lstStyle/>
          <a:p>
            <a:fld id="{D6D8061D-18C3-4F4F-85EF-561633F58754}" type="datetimeFigureOut">
              <a:rPr lang="en-US" smtClean="0"/>
              <a:t>7/6/2025</a:t>
            </a:fld>
            <a:endParaRPr lang="en-US"/>
          </a:p>
        </p:txBody>
      </p:sp>
      <p:sp>
        <p:nvSpPr>
          <p:cNvPr id="5" name="Footer Placeholder 4">
            <a:extLst>
              <a:ext uri="{FF2B5EF4-FFF2-40B4-BE49-F238E27FC236}">
                <a16:creationId xmlns:a16="http://schemas.microsoft.com/office/drawing/2014/main" id="{B79FA5B3-F726-417B-932A-B93E0C8F5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D21F1-1A24-43EA-AB09-3024C491E8FB}"/>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5356388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6569-B648-4D50-BEB8-E8DAE24D68F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40831B3-A1FD-470C-BEEE-4CFB441502DD}"/>
              </a:ext>
            </a:extLst>
          </p:cNvPr>
          <p:cNvSpPr>
            <a:spLocks noGrp="1"/>
          </p:cNvSpPr>
          <p:nvPr>
            <p:ph sz="half" idx="1"/>
          </p:nvPr>
        </p:nvSpPr>
        <p:spPr>
          <a:xfrm>
            <a:off x="838200" y="1924493"/>
            <a:ext cx="5181600" cy="42524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a:extLst>
              <a:ext uri="{FF2B5EF4-FFF2-40B4-BE49-F238E27FC236}">
                <a16:creationId xmlns:a16="http://schemas.microsoft.com/office/drawing/2014/main" id="{01F34A17-C244-438C-9AE3-FB9B3CE3BD8F}"/>
              </a:ext>
            </a:extLst>
          </p:cNvPr>
          <p:cNvSpPr>
            <a:spLocks noGrp="1"/>
          </p:cNvSpPr>
          <p:nvPr>
            <p:ph sz="half" idx="2"/>
          </p:nvPr>
        </p:nvSpPr>
        <p:spPr>
          <a:xfrm>
            <a:off x="6172200" y="1924493"/>
            <a:ext cx="5181600" cy="42524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14CFA3AA-3FC1-4B98-8F99-1726F1AC0A38}"/>
              </a:ext>
            </a:extLst>
          </p:cNvPr>
          <p:cNvSpPr>
            <a:spLocks noGrp="1"/>
          </p:cNvSpPr>
          <p:nvPr>
            <p:ph type="dt" sz="half" idx="10"/>
          </p:nvPr>
        </p:nvSpPr>
        <p:spPr/>
        <p:txBody>
          <a:bodyPr/>
          <a:lstStyle/>
          <a:p>
            <a:fld id="{D6D8061D-18C3-4F4F-85EF-561633F58754}" type="datetimeFigureOut">
              <a:rPr lang="en-US" smtClean="0"/>
              <a:t>7/6/2025</a:t>
            </a:fld>
            <a:endParaRPr lang="en-US"/>
          </a:p>
        </p:txBody>
      </p:sp>
      <p:sp>
        <p:nvSpPr>
          <p:cNvPr id="6" name="Footer Placeholder 5">
            <a:extLst>
              <a:ext uri="{FF2B5EF4-FFF2-40B4-BE49-F238E27FC236}">
                <a16:creationId xmlns:a16="http://schemas.microsoft.com/office/drawing/2014/main" id="{1CE10883-BACC-41A1-9067-ECFDB937D7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660A2-13C9-4432-A6EB-A4FF3D78F15F}"/>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2081215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843-C993-4E9C-80DD-3620816E56A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D91A8E3-B066-4511-9C6E-A3435B64DD88}"/>
              </a:ext>
            </a:extLst>
          </p:cNvPr>
          <p:cNvSpPr>
            <a:spLocks noGrp="1"/>
          </p:cNvSpPr>
          <p:nvPr>
            <p:ph type="body" idx="1"/>
          </p:nvPr>
        </p:nvSpPr>
        <p:spPr>
          <a:xfrm>
            <a:off x="839788" y="1734325"/>
            <a:ext cx="5157787"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46E86B63-4102-4802-94D7-F138F80F3E19}"/>
              </a:ext>
            </a:extLst>
          </p:cNvPr>
          <p:cNvSpPr>
            <a:spLocks noGrp="1"/>
          </p:cNvSpPr>
          <p:nvPr>
            <p:ph sz="half" idx="2"/>
          </p:nvPr>
        </p:nvSpPr>
        <p:spPr>
          <a:xfrm>
            <a:off x="839788" y="2558237"/>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a:extLst>
              <a:ext uri="{FF2B5EF4-FFF2-40B4-BE49-F238E27FC236}">
                <a16:creationId xmlns:a16="http://schemas.microsoft.com/office/drawing/2014/main" id="{9C924765-08A7-4A60-86DC-DC420F60BBAE}"/>
              </a:ext>
            </a:extLst>
          </p:cNvPr>
          <p:cNvSpPr>
            <a:spLocks noGrp="1"/>
          </p:cNvSpPr>
          <p:nvPr>
            <p:ph type="body" sz="quarter" idx="3"/>
          </p:nvPr>
        </p:nvSpPr>
        <p:spPr>
          <a:xfrm>
            <a:off x="6172200" y="1734325"/>
            <a:ext cx="5183188"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4AA2795-EFB6-4000-8F25-FBB62646C0CD}"/>
              </a:ext>
            </a:extLst>
          </p:cNvPr>
          <p:cNvSpPr>
            <a:spLocks noGrp="1"/>
          </p:cNvSpPr>
          <p:nvPr>
            <p:ph sz="quarter" idx="4"/>
          </p:nvPr>
        </p:nvSpPr>
        <p:spPr>
          <a:xfrm>
            <a:off x="6172200" y="2558237"/>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C942CFB-FE12-494A-9C41-3CB90F07BDAA}"/>
              </a:ext>
            </a:extLst>
          </p:cNvPr>
          <p:cNvSpPr>
            <a:spLocks noGrp="1"/>
          </p:cNvSpPr>
          <p:nvPr>
            <p:ph type="dt" sz="half" idx="10"/>
          </p:nvPr>
        </p:nvSpPr>
        <p:spPr/>
        <p:txBody>
          <a:bodyPr/>
          <a:lstStyle/>
          <a:p>
            <a:fld id="{D6D8061D-18C3-4F4F-85EF-561633F58754}" type="datetimeFigureOut">
              <a:rPr lang="en-US" smtClean="0"/>
              <a:t>7/6/2025</a:t>
            </a:fld>
            <a:endParaRPr lang="en-US"/>
          </a:p>
        </p:txBody>
      </p:sp>
      <p:sp>
        <p:nvSpPr>
          <p:cNvPr id="8" name="Footer Placeholder 7">
            <a:extLst>
              <a:ext uri="{FF2B5EF4-FFF2-40B4-BE49-F238E27FC236}">
                <a16:creationId xmlns:a16="http://schemas.microsoft.com/office/drawing/2014/main" id="{6C3A07E3-59E1-4EBD-9687-4B6ABE96AC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F7BB23-7539-4674-8B66-ACEFF94686C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8772086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41DB-C73C-4968-B434-A6AA14DAF625}"/>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08152BF-92C7-4BF5-A9DB-16A0BF0F5F5D}"/>
              </a:ext>
            </a:extLst>
          </p:cNvPr>
          <p:cNvSpPr>
            <a:spLocks noGrp="1"/>
          </p:cNvSpPr>
          <p:nvPr>
            <p:ph type="dt" sz="half" idx="10"/>
          </p:nvPr>
        </p:nvSpPr>
        <p:spPr/>
        <p:txBody>
          <a:bodyPr/>
          <a:lstStyle/>
          <a:p>
            <a:fld id="{D6D8061D-18C3-4F4F-85EF-561633F58754}" type="datetimeFigureOut">
              <a:rPr lang="en-US" smtClean="0"/>
              <a:t>7/6/2025</a:t>
            </a:fld>
            <a:endParaRPr lang="en-US"/>
          </a:p>
        </p:txBody>
      </p:sp>
      <p:sp>
        <p:nvSpPr>
          <p:cNvPr id="4" name="Footer Placeholder 3">
            <a:extLst>
              <a:ext uri="{FF2B5EF4-FFF2-40B4-BE49-F238E27FC236}">
                <a16:creationId xmlns:a16="http://schemas.microsoft.com/office/drawing/2014/main" id="{C1289DB7-F492-4037-A439-D70F7E5565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FA96F1-8B8A-4E83-B3C2-E10DE522AD30}"/>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0498264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a:lstStyle/>
          <a:p>
            <a:fld id="{D6D8061D-18C3-4F4F-85EF-561633F58754}" type="datetimeFigureOut">
              <a:rPr lang="en-US" smtClean="0"/>
              <a:t>7/6/2025</a:t>
            </a:fld>
            <a:endParaRPr lang="en-US"/>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7628312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E2C-9DAA-489D-AC88-15CBBA8A9BF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EE124BE-E494-445A-A4FB-A2A8F28F0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F2446DE-9A32-4774-9F7C-86678CA90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00115D-61B3-46D0-B4D3-30C374B526CF}"/>
              </a:ext>
            </a:extLst>
          </p:cNvPr>
          <p:cNvSpPr>
            <a:spLocks noGrp="1"/>
          </p:cNvSpPr>
          <p:nvPr>
            <p:ph type="dt" sz="half" idx="10"/>
          </p:nvPr>
        </p:nvSpPr>
        <p:spPr/>
        <p:txBody>
          <a:bodyPr/>
          <a:lstStyle/>
          <a:p>
            <a:fld id="{D6D8061D-18C3-4F4F-85EF-561633F58754}" type="datetimeFigureOut">
              <a:rPr lang="en-US" smtClean="0"/>
              <a:t>7/6/2025</a:t>
            </a:fld>
            <a:endParaRPr lang="en-US"/>
          </a:p>
        </p:txBody>
      </p:sp>
      <p:sp>
        <p:nvSpPr>
          <p:cNvPr id="6" name="Footer Placeholder 5">
            <a:extLst>
              <a:ext uri="{FF2B5EF4-FFF2-40B4-BE49-F238E27FC236}">
                <a16:creationId xmlns:a16="http://schemas.microsoft.com/office/drawing/2014/main" id="{EF3C2AFC-D0F8-469F-B1E0-123C2E066E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B9BCDA-9EF7-4531-8021-AF7B30751516}"/>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7199839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AE558-F89F-4688-94E5-77F37D49F1B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BCD35AF-8CA2-49BB-BAE9-F29A0186E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a:extLst>
              <a:ext uri="{FF2B5EF4-FFF2-40B4-BE49-F238E27FC236}">
                <a16:creationId xmlns:a16="http://schemas.microsoft.com/office/drawing/2014/main" id="{C05CAA98-55BD-4118-A8AF-D60306078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ABFF4C5-82A8-4AD8-B7E2-2882F657683C}"/>
              </a:ext>
            </a:extLst>
          </p:cNvPr>
          <p:cNvSpPr>
            <a:spLocks noGrp="1"/>
          </p:cNvSpPr>
          <p:nvPr>
            <p:ph type="dt" sz="half" idx="10"/>
          </p:nvPr>
        </p:nvSpPr>
        <p:spPr/>
        <p:txBody>
          <a:bodyPr/>
          <a:lstStyle/>
          <a:p>
            <a:fld id="{D6D8061D-18C3-4F4F-85EF-561633F58754}" type="datetimeFigureOut">
              <a:rPr lang="en-US" smtClean="0"/>
              <a:t>7/6/2025</a:t>
            </a:fld>
            <a:endParaRPr lang="en-US"/>
          </a:p>
        </p:txBody>
      </p:sp>
      <p:sp>
        <p:nvSpPr>
          <p:cNvPr id="6" name="Footer Placeholder 5">
            <a:extLst>
              <a:ext uri="{FF2B5EF4-FFF2-40B4-BE49-F238E27FC236}">
                <a16:creationId xmlns:a16="http://schemas.microsoft.com/office/drawing/2014/main" id="{3860B401-B64F-417B-8AD6-581A22E5E0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24BD4C-7149-44BF-8150-F72CAA95A56D}"/>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9796634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E5C77-55F8-4677-A96C-E6D3F5545DC0}"/>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9A064EF-ADDA-4943-8F87-A7469D79975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6B0D493-D1E7-4358-95E9-B5B80A49E603}"/>
              </a:ext>
            </a:extLst>
          </p:cNvPr>
          <p:cNvSpPr>
            <a:spLocks noGrp="1"/>
          </p:cNvSpPr>
          <p:nvPr>
            <p:ph type="dt" sz="half" idx="10"/>
          </p:nvPr>
        </p:nvSpPr>
        <p:spPr/>
        <p:txBody>
          <a:bodyPr/>
          <a:lstStyle/>
          <a:p>
            <a:fld id="{D6D8061D-18C3-4F4F-85EF-561633F58754}" type="datetimeFigureOut">
              <a:rPr lang="en-US" smtClean="0"/>
              <a:t>7/6/2025</a:t>
            </a:fld>
            <a:endParaRPr lang="en-US"/>
          </a:p>
        </p:txBody>
      </p:sp>
      <p:sp>
        <p:nvSpPr>
          <p:cNvPr id="5" name="Footer Placeholder 4">
            <a:extLst>
              <a:ext uri="{FF2B5EF4-FFF2-40B4-BE49-F238E27FC236}">
                <a16:creationId xmlns:a16="http://schemas.microsoft.com/office/drawing/2014/main" id="{A6E98326-3276-4B9E-960F-10C6677BF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C3AC2-288D-4FEE-BF80-0EAEDDFAB049}"/>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4618958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333C6A-5417-40BD-BF7A-94058322377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43BCB45-B343-46F6-9718-AA0D68CED1F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FBDA2A4-FD34-4E17-908F-4367B1E644C3}"/>
              </a:ext>
            </a:extLst>
          </p:cNvPr>
          <p:cNvSpPr>
            <a:spLocks noGrp="1"/>
          </p:cNvSpPr>
          <p:nvPr>
            <p:ph type="dt" sz="half" idx="10"/>
          </p:nvPr>
        </p:nvSpPr>
        <p:spPr/>
        <p:txBody>
          <a:bodyPr/>
          <a:lstStyle/>
          <a:p>
            <a:fld id="{D6D8061D-18C3-4F4F-85EF-561633F58754}" type="datetimeFigureOut">
              <a:rPr lang="en-US" smtClean="0"/>
              <a:t>7/6/2025</a:t>
            </a:fld>
            <a:endParaRPr lang="en-US"/>
          </a:p>
        </p:txBody>
      </p:sp>
      <p:sp>
        <p:nvSpPr>
          <p:cNvPr id="5" name="Footer Placeholder 4">
            <a:extLst>
              <a:ext uri="{FF2B5EF4-FFF2-40B4-BE49-F238E27FC236}">
                <a16:creationId xmlns:a16="http://schemas.microsoft.com/office/drawing/2014/main" id="{93B87AE3-776D-451D-AA52-C06B74724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A0C4D5-BE1E-4D6A-9196-E0F9E42B2E1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472214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4AAEB19-4B49-2801-9B15-7682CDF04C04}"/>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23C3EC-28B3-4644-8BE5-3288734B463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857468" y="486137"/>
            <a:ext cx="5427584" cy="3599727"/>
          </a:xfrm>
        </p:spPr>
        <p:txBody>
          <a:bodyPr anchor="b" anchorCtr="0">
            <a:noAutofit/>
          </a:bodyPr>
          <a:lstStyle>
            <a:lvl1pPr algn="l">
              <a:defRPr sz="4400" cap="all" baseline="0">
                <a:solidFill>
                  <a:schemeClr val="accent1"/>
                </a:solidFill>
              </a:defRPr>
            </a:lvl1pPr>
          </a:lstStyle>
          <a:p>
            <a:r>
              <a:rPr lang="en-US" dirty="0"/>
              <a:t>Click to add title</a:t>
            </a:r>
          </a:p>
        </p:txBody>
      </p:sp>
      <p:sp>
        <p:nvSpPr>
          <p:cNvPr id="13" name="Picture Placeholder 12">
            <a:extLst>
              <a:ext uri="{FF2B5EF4-FFF2-40B4-BE49-F238E27FC236}">
                <a16:creationId xmlns:a16="http://schemas.microsoft.com/office/drawing/2014/main" id="{B64FCBF4-90E6-FFAA-143D-3A01CE52569B}"/>
              </a:ext>
            </a:extLst>
          </p:cNvPr>
          <p:cNvSpPr>
            <a:spLocks noGrp="1"/>
          </p:cNvSpPr>
          <p:nvPr>
            <p:ph type="pic" sz="quarter" idx="10"/>
          </p:nvPr>
        </p:nvSpPr>
        <p:spPr>
          <a:xfrm>
            <a:off x="5624774" y="-6713"/>
            <a:ext cx="6578801" cy="6894576"/>
          </a:xfrm>
          <a:custGeom>
            <a:avLst/>
            <a:gdLst>
              <a:gd name="connsiteX0" fmla="*/ 0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0 w 6613525"/>
              <a:gd name="connsiteY4" fmla="*/ 0 h 6858000"/>
              <a:gd name="connsiteX0" fmla="*/ 1875099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1875099 w 6613525"/>
              <a:gd name="connsiteY4" fmla="*/ 0 h 6858000"/>
              <a:gd name="connsiteX0" fmla="*/ 1840375 w 6578801"/>
              <a:gd name="connsiteY0" fmla="*/ 0 h 6869575"/>
              <a:gd name="connsiteX1" fmla="*/ 6578801 w 6578801"/>
              <a:gd name="connsiteY1" fmla="*/ 0 h 6869575"/>
              <a:gd name="connsiteX2" fmla="*/ 6578801 w 6578801"/>
              <a:gd name="connsiteY2" fmla="*/ 6858000 h 6869575"/>
              <a:gd name="connsiteX3" fmla="*/ 0 w 6578801"/>
              <a:gd name="connsiteY3" fmla="*/ 6869575 h 6869575"/>
              <a:gd name="connsiteX4" fmla="*/ 1840375 w 6578801"/>
              <a:gd name="connsiteY4" fmla="*/ 0 h 686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8801" h="6869575">
                <a:moveTo>
                  <a:pt x="1840375" y="0"/>
                </a:moveTo>
                <a:lnTo>
                  <a:pt x="6578801" y="0"/>
                </a:lnTo>
                <a:lnTo>
                  <a:pt x="6578801" y="6858000"/>
                </a:lnTo>
                <a:lnTo>
                  <a:pt x="0" y="6869575"/>
                </a:lnTo>
                <a:lnTo>
                  <a:pt x="1840375" y="0"/>
                </a:lnTo>
                <a:close/>
              </a:path>
            </a:pathLst>
          </a:custGeom>
        </p:spPr>
        <p:txBody>
          <a:bodyPr tIns="274320" rIns="274320">
            <a:normAutofit/>
          </a:bodyPr>
          <a:lstStyle>
            <a:lvl1pPr marL="0" indent="0" algn="r">
              <a:buNone/>
              <a:defRPr sz="2000"/>
            </a:lvl1pPr>
          </a:lstStyle>
          <a:p>
            <a:r>
              <a:rPr lang="en-GB"/>
              <a:t>Click icon to add picture</a:t>
            </a:r>
            <a:endParaRPr lang="en-US" dirty="0"/>
          </a:p>
        </p:txBody>
      </p:sp>
    </p:spTree>
    <p:extLst>
      <p:ext uri="{BB962C8B-B14F-4D97-AF65-F5344CB8AC3E}">
        <p14:creationId xmlns:p14="http://schemas.microsoft.com/office/powerpoint/2010/main" val="10072401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2">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E1BBEEFE-AE8A-8083-54B6-DBE9BC0E9F10}"/>
              </a:ext>
              <a:ext uri="{C183D7F6-B498-43B3-948B-1728B52AA6E4}">
                <adec:decorative xmlns:adec="http://schemas.microsoft.com/office/drawing/2017/decorative" val="1"/>
              </a:ext>
            </a:extLst>
          </p:cNvPr>
          <p:cNvSpPr/>
          <p:nvPr userDrawn="1"/>
        </p:nvSpPr>
        <p:spPr>
          <a:xfrm>
            <a:off x="-42863" y="0"/>
            <a:ext cx="4658392" cy="6858000"/>
          </a:xfrm>
          <a:custGeom>
            <a:avLst/>
            <a:gdLst>
              <a:gd name="connsiteX0" fmla="*/ 0 w 4658392"/>
              <a:gd name="connsiteY0" fmla="*/ 0 h 6858000"/>
              <a:gd name="connsiteX1" fmla="*/ 4658392 w 4658392"/>
              <a:gd name="connsiteY1" fmla="*/ 0 h 6858000"/>
              <a:gd name="connsiteX2" fmla="*/ 2820797 w 4658392"/>
              <a:gd name="connsiteY2" fmla="*/ 6858000 h 6858000"/>
              <a:gd name="connsiteX3" fmla="*/ 0 w 4658392"/>
              <a:gd name="connsiteY3" fmla="*/ 6858000 h 6858000"/>
              <a:gd name="connsiteX4" fmla="*/ 0 w 465839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8392" h="6858000">
                <a:moveTo>
                  <a:pt x="0" y="0"/>
                </a:moveTo>
                <a:lnTo>
                  <a:pt x="4658392" y="0"/>
                </a:lnTo>
                <a:lnTo>
                  <a:pt x="2820797" y="6858000"/>
                </a:lnTo>
                <a:lnTo>
                  <a:pt x="0" y="6858000"/>
                </a:lnTo>
                <a:lnTo>
                  <a:pt x="0" y="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8" name="Straight Connector 7">
            <a:extLst>
              <a:ext uri="{FF2B5EF4-FFF2-40B4-BE49-F238E27FC236}">
                <a16:creationId xmlns:a16="http://schemas.microsoft.com/office/drawing/2014/main" id="{E64FF31D-04D7-B1F4-53B1-AA4170602E03}"/>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9F040EF-92FF-AEA1-BBA6-A4B739E11945}"/>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CA59A84-C321-FDF9-555F-1FB322EBBC7B}"/>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509286"/>
            <a:ext cx="3200400" cy="5617193"/>
          </a:xfrm>
        </p:spPr>
        <p:txBody>
          <a:bodyPr>
            <a:noAutofit/>
          </a:bodyPr>
          <a:lstStyle/>
          <a:p>
            <a:r>
              <a:rPr lang="en-US" dirty="0"/>
              <a:t>Click to add title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023412" y="509286"/>
            <a:ext cx="4328932" cy="5617194"/>
          </a:xfrm>
        </p:spPr>
        <p:txBody>
          <a:bodyPr anchor="ctr" anchorCtr="0">
            <a:normAutofit/>
          </a:bodyPr>
          <a:lstStyle>
            <a:lvl1pPr marL="0" indent="0">
              <a:lnSpc>
                <a:spcPct val="150000"/>
              </a:lnSpc>
              <a:spcBef>
                <a:spcPts val="1000"/>
              </a:spcBef>
              <a:buNone/>
              <a:defRPr sz="1800"/>
            </a:lvl1pPr>
            <a:lvl2pPr marL="457200" indent="0">
              <a:lnSpc>
                <a:spcPct val="150000"/>
              </a:lnSpc>
              <a:spcBef>
                <a:spcPts val="1000"/>
              </a:spcBef>
              <a:buNone/>
              <a:defRPr sz="1600"/>
            </a:lvl2pPr>
            <a:lvl3pPr marL="914400" indent="0">
              <a:lnSpc>
                <a:spcPct val="150000"/>
              </a:lnSpc>
              <a:spcBef>
                <a:spcPts val="1000"/>
              </a:spcBef>
              <a:buNone/>
              <a:defRPr sz="1400"/>
            </a:lvl3pPr>
            <a:lvl4pPr marL="1371600" indent="0">
              <a:lnSpc>
                <a:spcPct val="150000"/>
              </a:lnSpc>
              <a:spcBef>
                <a:spcPts val="1000"/>
              </a:spcBef>
              <a:buNone/>
              <a:defRPr sz="1200"/>
            </a:lvl4pPr>
            <a:lvl5pPr marL="1828800" indent="0">
              <a:lnSpc>
                <a:spcPct val="150000"/>
              </a:lnSpc>
              <a:spcBef>
                <a:spcPts val="1000"/>
              </a:spcBef>
              <a:buNone/>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Picture Placeholder 13">
            <a:extLst>
              <a:ext uri="{FF2B5EF4-FFF2-40B4-BE49-F238E27FC236}">
                <a16:creationId xmlns:a16="http://schemas.microsoft.com/office/drawing/2014/main" id="{760CD5A6-A0E4-A658-65B1-0D6C0533166A}"/>
              </a:ext>
            </a:extLst>
          </p:cNvPr>
          <p:cNvSpPr>
            <a:spLocks noGrp="1"/>
          </p:cNvSpPr>
          <p:nvPr>
            <p:ph type="pic" sz="quarter" idx="13"/>
          </p:nvPr>
        </p:nvSpPr>
        <p:spPr>
          <a:xfrm>
            <a:off x="9548813" y="-22860"/>
            <a:ext cx="2651760" cy="6903720"/>
          </a:xfrm>
        </p:spPr>
        <p:txBody>
          <a:bodyPr lIns="182880" tIns="274320" rIns="182880">
            <a:normAutofit/>
          </a:bodyPr>
          <a:lstStyle>
            <a:lvl1pPr marL="0" indent="0" algn="ctr">
              <a:buNone/>
              <a:defRPr sz="2000"/>
            </a:lvl1pPr>
          </a:lstStyle>
          <a:p>
            <a:r>
              <a:rPr lang="en-GB"/>
              <a:t>Click icon to add picture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7/6/2025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2250056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 picture">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6EC6AF9-CC07-5258-9160-8C6391530C61}"/>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BC6DCCE-3025-75FB-9405-8D51DCD63D67}"/>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516CCC3-736F-49AC-F079-9A090DAA816E}"/>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3BF578A-ADDB-6713-E5AD-0FF27EDC2E5E}"/>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076C4EAC-BBDE-1963-BD72-3BD2A47DC59C}"/>
              </a:ext>
            </a:extLst>
          </p:cNvPr>
          <p:cNvSpPr>
            <a:spLocks noGrp="1"/>
          </p:cNvSpPr>
          <p:nvPr>
            <p:ph type="ctrTitle" hasCustomPrompt="1"/>
          </p:nvPr>
        </p:nvSpPr>
        <p:spPr>
          <a:xfrm>
            <a:off x="1524000" y="743671"/>
            <a:ext cx="9144000" cy="3361254"/>
          </a:xfrm>
        </p:spPr>
        <p:txBody>
          <a:bodyPr anchor="b">
            <a:noAutofit/>
          </a:bodyPr>
          <a:lstStyle>
            <a:lvl1pPr algn="ctr">
              <a:defRPr sz="4400"/>
            </a:lvl1pPr>
          </a:lstStyle>
          <a:p>
            <a:r>
              <a:rPr lang="en-US" dirty="0"/>
              <a:t>Click to add title</a:t>
            </a:r>
          </a:p>
        </p:txBody>
      </p:sp>
      <p:sp>
        <p:nvSpPr>
          <p:cNvPr id="8" name="Picture Placeholder 7">
            <a:extLst>
              <a:ext uri="{FF2B5EF4-FFF2-40B4-BE49-F238E27FC236}">
                <a16:creationId xmlns:a16="http://schemas.microsoft.com/office/drawing/2014/main" id="{E592AF4F-2F83-7005-B3AC-6FCC7FB19140}"/>
              </a:ext>
            </a:extLst>
          </p:cNvPr>
          <p:cNvSpPr>
            <a:spLocks noGrp="1"/>
          </p:cNvSpPr>
          <p:nvPr>
            <p:ph type="pic" sz="quarter" idx="13"/>
          </p:nvPr>
        </p:nvSpPr>
        <p:spPr>
          <a:xfrm>
            <a:off x="-7620" y="4766434"/>
            <a:ext cx="12207240" cy="2121408"/>
          </a:xfrm>
        </p:spPr>
        <p:txBody>
          <a:bodyPr>
            <a:noAutofit/>
          </a:bodyPr>
          <a:lstStyle>
            <a:lvl1pPr marL="0" indent="0" algn="ctr">
              <a:buNone/>
              <a:defRPr sz="2000"/>
            </a:lvl1pPr>
          </a:lstStyle>
          <a:p>
            <a:r>
              <a:rPr lang="en-GB"/>
              <a:t>Click icon to add picture</a:t>
            </a:r>
            <a:endParaRPr lang="en-US" dirty="0"/>
          </a:p>
        </p:txBody>
      </p:sp>
    </p:spTree>
    <p:extLst>
      <p:ext uri="{BB962C8B-B14F-4D97-AF65-F5344CB8AC3E}">
        <p14:creationId xmlns:p14="http://schemas.microsoft.com/office/powerpoint/2010/main" val="40565285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 subtitle + pictur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3CF0EA4-D201-44E7-3558-D05CB4233ECE}"/>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A643EA3-ACAA-539C-A041-266A895A2B1C}"/>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681E18B-2347-8DB6-2A7F-3EAC100A412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215072" y="528320"/>
            <a:ext cx="5028566" cy="3354992"/>
          </a:xfrm>
        </p:spPr>
        <p:txBody>
          <a:bodyPr anchor="b">
            <a:noAutofit/>
          </a:bodyPr>
          <a:lstStyle>
            <a:lvl1pPr algn="l">
              <a:defRPr sz="4400"/>
            </a:lvl1pPr>
          </a:lstStyle>
          <a:p>
            <a:r>
              <a:rPr lang="en-GB"/>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215072" y="4027992"/>
            <a:ext cx="5028565" cy="1894972"/>
          </a:xfrm>
        </p:spPr>
        <p:txBody>
          <a:bodyPr>
            <a:noAutofit/>
          </a:bodyPr>
          <a:lstStyle>
            <a:lvl1pPr marL="0" indent="0" algn="l">
              <a:buNone/>
              <a:defRPr sz="1800" b="1"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Picture Placeholder 7">
            <a:extLst>
              <a:ext uri="{FF2B5EF4-FFF2-40B4-BE49-F238E27FC236}">
                <a16:creationId xmlns:a16="http://schemas.microsoft.com/office/drawing/2014/main" id="{AA872EE9-FDFB-95A7-3547-DCAA0B51FE21}"/>
              </a:ext>
            </a:extLst>
          </p:cNvPr>
          <p:cNvSpPr>
            <a:spLocks noGrp="1"/>
          </p:cNvSpPr>
          <p:nvPr>
            <p:ph type="pic" sz="quarter" idx="13"/>
          </p:nvPr>
        </p:nvSpPr>
        <p:spPr>
          <a:xfrm>
            <a:off x="7257326" y="-11576"/>
            <a:ext cx="4946249" cy="6903720"/>
          </a:xfrm>
          <a:custGeom>
            <a:avLst/>
            <a:gdLst>
              <a:gd name="connsiteX0" fmla="*/ 0 w 4977139"/>
              <a:gd name="connsiteY0" fmla="*/ 0 h 6858000"/>
              <a:gd name="connsiteX1" fmla="*/ 4977139 w 4977139"/>
              <a:gd name="connsiteY1" fmla="*/ 0 h 6858000"/>
              <a:gd name="connsiteX2" fmla="*/ 4977139 w 4977139"/>
              <a:gd name="connsiteY2" fmla="*/ 6858000 h 6858000"/>
              <a:gd name="connsiteX3" fmla="*/ 0 w 4977139"/>
              <a:gd name="connsiteY3" fmla="*/ 6858000 h 6858000"/>
              <a:gd name="connsiteX4" fmla="*/ 0 w 4977139"/>
              <a:gd name="connsiteY4" fmla="*/ 0 h 6858000"/>
              <a:gd name="connsiteX0" fmla="*/ 0 w 4977139"/>
              <a:gd name="connsiteY0" fmla="*/ 0 h 6892724"/>
              <a:gd name="connsiteX1" fmla="*/ 4977139 w 4977139"/>
              <a:gd name="connsiteY1" fmla="*/ 0 h 6892724"/>
              <a:gd name="connsiteX2" fmla="*/ 4977139 w 4977139"/>
              <a:gd name="connsiteY2" fmla="*/ 6858000 h 6892724"/>
              <a:gd name="connsiteX3" fmla="*/ 1863524 w 4977139"/>
              <a:gd name="connsiteY3" fmla="*/ 6892724 h 6892724"/>
              <a:gd name="connsiteX4" fmla="*/ 0 w 4977139"/>
              <a:gd name="connsiteY4" fmla="*/ 0 h 6892724"/>
              <a:gd name="connsiteX0" fmla="*/ 0 w 4977139"/>
              <a:gd name="connsiteY0" fmla="*/ 0 h 6892724"/>
              <a:gd name="connsiteX1" fmla="*/ 4977139 w 4977139"/>
              <a:gd name="connsiteY1" fmla="*/ 0 h 6892724"/>
              <a:gd name="connsiteX2" fmla="*/ 4977139 w 4977139"/>
              <a:gd name="connsiteY2" fmla="*/ 6892724 h 6892724"/>
              <a:gd name="connsiteX3" fmla="*/ 1863524 w 4977139"/>
              <a:gd name="connsiteY3" fmla="*/ 6892724 h 6892724"/>
              <a:gd name="connsiteX4" fmla="*/ 0 w 4977139"/>
              <a:gd name="connsiteY4" fmla="*/ 0 h 689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7139" h="6892724">
                <a:moveTo>
                  <a:pt x="0" y="0"/>
                </a:moveTo>
                <a:lnTo>
                  <a:pt x="4977139" y="0"/>
                </a:lnTo>
                <a:lnTo>
                  <a:pt x="4977139" y="6892724"/>
                </a:lnTo>
                <a:lnTo>
                  <a:pt x="1863524" y="6892724"/>
                </a:lnTo>
                <a:lnTo>
                  <a:pt x="0" y="0"/>
                </a:lnTo>
                <a:close/>
              </a:path>
            </a:pathLst>
          </a:custGeom>
        </p:spPr>
        <p:txBody>
          <a:bodyPr tIns="274320" rIns="274320">
            <a:normAutofit/>
          </a:bodyPr>
          <a:lstStyle>
            <a:lvl1pPr marL="0" indent="0" algn="r">
              <a:buNone/>
              <a:defRPr sz="2000"/>
            </a:lvl1pPr>
          </a:lstStyle>
          <a:p>
            <a:r>
              <a:rPr lang="en-GB"/>
              <a:t>Click icon to add picture</a:t>
            </a:r>
            <a:endParaRPr lang="en-US" dirty="0"/>
          </a:p>
        </p:txBody>
      </p:sp>
    </p:spTree>
    <p:extLst>
      <p:ext uri="{BB962C8B-B14F-4D97-AF65-F5344CB8AC3E}">
        <p14:creationId xmlns:p14="http://schemas.microsoft.com/office/powerpoint/2010/main" val="2609378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ent 1">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66CBD635-4863-B127-5668-D2C7DA8CDE92}"/>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629720-DD91-8012-686D-AABA439870ED}"/>
              </a:ext>
              <a:ext uri="{C183D7F6-B498-43B3-948B-1728B52AA6E4}">
                <adec:decorative xmlns:adec="http://schemas.microsoft.com/office/drawing/2017/decorative" val="1"/>
              </a:ext>
            </a:extLst>
          </p:cNvPr>
          <p:cNvCxnSpPr>
            <a:cxnSpLocks/>
          </p:cNvCxnSpPr>
          <p:nvPr userDrawn="1"/>
        </p:nvCxnSpPr>
        <p:spPr>
          <a:xfrm flipH="1">
            <a:off x="10911820" y="0"/>
            <a:ext cx="913577" cy="68580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3970117" y="185195"/>
            <a:ext cx="6930838" cy="1505493"/>
          </a:xfrm>
        </p:spPr>
        <p:txBody>
          <a:bodyPr anchor="b" anchorCtr="0">
            <a:no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1FB27827-7491-B1C2-D9C5-975A9FF66EC1}"/>
              </a:ext>
            </a:extLst>
          </p:cNvPr>
          <p:cNvSpPr>
            <a:spLocks noGrp="1"/>
          </p:cNvSpPr>
          <p:nvPr>
            <p:ph type="pic" sz="quarter" idx="10"/>
          </p:nvPr>
        </p:nvSpPr>
        <p:spPr>
          <a:xfrm>
            <a:off x="-18788" y="-22860"/>
            <a:ext cx="3291840" cy="6903720"/>
          </a:xfrm>
        </p:spPr>
        <p:txBody>
          <a:bodyPr lIns="182880" tIns="274320" rIns="182880">
            <a:normAutofit/>
          </a:bodyPr>
          <a:lstStyle>
            <a:lvl1pPr marL="0" indent="0" algn="ctr">
              <a:buNone/>
              <a:defRPr sz="2000"/>
            </a:lvl1pPr>
          </a:lstStyle>
          <a:p>
            <a:r>
              <a:rPr lang="en-GB"/>
              <a:t>Click icon to add picture</a:t>
            </a:r>
            <a:endParaRPr lang="en-US" dirty="0"/>
          </a:p>
        </p:txBody>
      </p:sp>
      <p:sp>
        <p:nvSpPr>
          <p:cNvPr id="11" name="Content Placeholder 3">
            <a:extLst>
              <a:ext uri="{FF2B5EF4-FFF2-40B4-BE49-F238E27FC236}">
                <a16:creationId xmlns:a16="http://schemas.microsoft.com/office/drawing/2014/main" id="{7D4D4555-A25D-09B6-36AF-5977189F2DDE}"/>
              </a:ext>
            </a:extLst>
          </p:cNvPr>
          <p:cNvSpPr>
            <a:spLocks noGrp="1"/>
          </p:cNvSpPr>
          <p:nvPr>
            <p:ph sz="half" idx="2" hasCustomPrompt="1"/>
          </p:nvPr>
        </p:nvSpPr>
        <p:spPr>
          <a:xfrm>
            <a:off x="3970116" y="2022395"/>
            <a:ext cx="6941703" cy="4297680"/>
          </a:xfrm>
        </p:spPr>
        <p:txBody>
          <a:bodyPr>
            <a:normAutofit/>
          </a:bodyPr>
          <a:lstStyle>
            <a:lvl1pPr marL="228600" indent="-228600">
              <a:spcBef>
                <a:spcPts val="1000"/>
              </a:spcBef>
              <a:spcAft>
                <a:spcPts val="1500"/>
              </a:spcAft>
              <a:buFont typeface="Arial" panose="020B0604020202020204" pitchFamily="34" charset="0"/>
              <a:buChar char="•"/>
              <a:defRPr sz="1800"/>
            </a:lvl1pPr>
            <a:lvl2pPr>
              <a:spcBef>
                <a:spcPts val="1000"/>
              </a:spcBef>
              <a:spcAft>
                <a:spcPts val="1500"/>
              </a:spcAft>
              <a:defRPr sz="1800"/>
            </a:lvl2pPr>
            <a:lvl3pPr>
              <a:spcBef>
                <a:spcPts val="1000"/>
              </a:spcBef>
              <a:spcAft>
                <a:spcPts val="1500"/>
              </a:spcAft>
              <a:defRPr sz="1800"/>
            </a:lvl3pPr>
            <a:lvl4pPr>
              <a:spcBef>
                <a:spcPts val="1000"/>
              </a:spcBef>
              <a:spcAft>
                <a:spcPts val="1500"/>
              </a:spcAft>
              <a:defRPr sz="1800"/>
            </a:lvl4pPr>
            <a:lvl5pPr>
              <a:spcBef>
                <a:spcPts val="1000"/>
              </a:spcBef>
              <a:spcAft>
                <a:spcPts val="1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923740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9E49FCE-658C-FF5A-6405-3D10F1AC1B06}"/>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903C516-D418-5E3E-1E4E-1DF8464338FE}"/>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7BF5B15-0E8A-A82C-6E9C-FCF3FBAAD468}"/>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54B33CA-9490-C8E1-FE4F-06367AF2921F}"/>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586824F-3198-FE44-5A4A-70312048DAF9}"/>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058CD71-6E97-B6A9-11B6-867ED408DEE2}"/>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E9FDAA6-BDE8-D6C3-17CD-F87BFB54F54A}"/>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b" anchorCtr="0">
            <a:noAutofit/>
          </a:bodyPr>
          <a:lstStyle>
            <a:lvl1pPr>
              <a:defRPr sz="3600"/>
            </a:lvl1pPr>
          </a:lstStyle>
          <a:p>
            <a:r>
              <a:rPr lang="en-US" dirty="0"/>
              <a:t>Click to add title</a:t>
            </a:r>
          </a:p>
        </p:txBody>
      </p:sp>
      <p:sp>
        <p:nvSpPr>
          <p:cNvPr id="17" name="Content Placeholder 3">
            <a:extLst>
              <a:ext uri="{FF2B5EF4-FFF2-40B4-BE49-F238E27FC236}">
                <a16:creationId xmlns:a16="http://schemas.microsoft.com/office/drawing/2014/main" id="{42A0738D-E9A9-14B7-4739-62E402B0C2DF}"/>
              </a:ext>
            </a:extLst>
          </p:cNvPr>
          <p:cNvSpPr>
            <a:spLocks noGrp="1"/>
          </p:cNvSpPr>
          <p:nvPr>
            <p:ph sz="half" idx="14" hasCustomPrompt="1"/>
          </p:nvPr>
        </p:nvSpPr>
        <p:spPr>
          <a:xfrm>
            <a:off x="834961" y="2032663"/>
            <a:ext cx="4463005" cy="4067492"/>
          </a:xfrm>
        </p:spPr>
        <p:txBody>
          <a:bodyPr>
            <a:normAutofit/>
          </a:bodyPr>
          <a:lstStyle>
            <a:lvl1pPr marL="0" indent="0">
              <a:spcBef>
                <a:spcPts val="1000"/>
              </a:spcBef>
              <a:spcAft>
                <a:spcPts val="50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A766D4CB-8BCE-C6EE-EF57-A8A819EBD366}"/>
              </a:ext>
            </a:extLst>
          </p:cNvPr>
          <p:cNvSpPr>
            <a:spLocks noGrp="1"/>
          </p:cNvSpPr>
          <p:nvPr>
            <p:ph sz="half" idx="13" hasCustomPrompt="1"/>
          </p:nvPr>
        </p:nvSpPr>
        <p:spPr>
          <a:xfrm>
            <a:off x="6141720" y="2032663"/>
            <a:ext cx="5212080" cy="4067492"/>
          </a:xfrm>
        </p:spPr>
        <p:txBody>
          <a:bodyPr>
            <a:normAutofit/>
          </a:bodyPr>
          <a:lstStyle>
            <a:lvl1pPr marL="0" indent="0">
              <a:spcBef>
                <a:spcPts val="1000"/>
              </a:spcBef>
              <a:spcAft>
                <a:spcPts val="50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7/6/2025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8667566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wo Content 2">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DD9208B-0FD2-A7E3-5202-0F18392AE4FA}"/>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04010E2-9C6F-C582-1E3A-F5D43D0FFBBC}"/>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3D2B8AF-94DE-C211-EAE7-0971C111BEAD}"/>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247A2AC-F284-077E-9A14-EB7D1DE62745}"/>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0E91F1F-5151-2442-2B89-CE0AB1178507}"/>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FBD82AC-3C5B-819E-E0FF-157D74B840BC}"/>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F299648-2E6E-FA0D-85E4-8884BE34A008}"/>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b" anchorCtr="0">
            <a:noAutofit/>
          </a:bodyPr>
          <a:lstStyle>
            <a:lvl1pPr>
              <a:defRPr sz="3600"/>
            </a:lvl1pPr>
          </a:lstStyle>
          <a:p>
            <a:r>
              <a:rPr lang="en-US" dirty="0"/>
              <a:t>Click to add title</a:t>
            </a:r>
          </a:p>
        </p:txBody>
      </p:sp>
      <p:sp>
        <p:nvSpPr>
          <p:cNvPr id="17" name="Content Placeholder 3">
            <a:extLst>
              <a:ext uri="{FF2B5EF4-FFF2-40B4-BE49-F238E27FC236}">
                <a16:creationId xmlns:a16="http://schemas.microsoft.com/office/drawing/2014/main" id="{07BD0263-5D42-E696-F170-1F9CF5FF2A74}"/>
              </a:ext>
            </a:extLst>
          </p:cNvPr>
          <p:cNvSpPr>
            <a:spLocks noGrp="1"/>
          </p:cNvSpPr>
          <p:nvPr>
            <p:ph sz="half" idx="15" hasCustomPrompt="1"/>
          </p:nvPr>
        </p:nvSpPr>
        <p:spPr>
          <a:xfrm>
            <a:off x="838199" y="2078963"/>
            <a:ext cx="3435628" cy="4067492"/>
          </a:xfrm>
        </p:spPr>
        <p:txBody>
          <a:bodyPr>
            <a:normAutofit/>
          </a:bodyPr>
          <a:lstStyle>
            <a:lvl1pPr marL="457200" indent="-457200">
              <a:spcBef>
                <a:spcPts val="1000"/>
              </a:spcBef>
              <a:spcAft>
                <a:spcPts val="500"/>
              </a:spcAft>
              <a:buFont typeface="+mj-lt"/>
              <a:buAutoNum type="arabicPeriod"/>
              <a:defRPr sz="1800"/>
            </a:lvl1pPr>
            <a:lvl2pPr marL="914400" indent="-457200">
              <a:spcBef>
                <a:spcPts val="1000"/>
              </a:spcBef>
              <a:spcAft>
                <a:spcPts val="500"/>
              </a:spcAft>
              <a:buFont typeface="+mj-lt"/>
              <a:buAutoNum type="alphaLcPeriod"/>
              <a:defRPr sz="1800"/>
            </a:lvl2pPr>
            <a:lvl3pPr marL="1371600" indent="-457200">
              <a:spcBef>
                <a:spcPts val="1000"/>
              </a:spcBef>
              <a:spcAft>
                <a:spcPts val="500"/>
              </a:spcAft>
              <a:buFont typeface="+mj-lt"/>
              <a:buAutoNum type="arabicParenR"/>
              <a:defRPr sz="1800"/>
            </a:lvl3pPr>
            <a:lvl4pPr marL="1828800" indent="-457200">
              <a:spcBef>
                <a:spcPts val="1000"/>
              </a:spcBef>
              <a:spcAft>
                <a:spcPts val="500"/>
              </a:spcAft>
              <a:buFont typeface="+mj-lt"/>
              <a:buAutoNum type="alphaLcParenR"/>
              <a:defRPr sz="1800"/>
            </a:lvl4pPr>
            <a:lvl5pPr marL="2228850" indent="-457200">
              <a:spcBef>
                <a:spcPts val="1000"/>
              </a:spcBef>
              <a:spcAft>
                <a:spcPts val="500"/>
              </a:spcAft>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1BEE7174-135F-6F9F-11B9-3C3F2F9CDEAA}"/>
              </a:ext>
            </a:extLst>
          </p:cNvPr>
          <p:cNvSpPr>
            <a:spLocks noGrp="1"/>
          </p:cNvSpPr>
          <p:nvPr>
            <p:ph sz="half" idx="14" hasCustomPrompt="1"/>
          </p:nvPr>
        </p:nvSpPr>
        <p:spPr>
          <a:xfrm>
            <a:off x="4965539" y="2087315"/>
            <a:ext cx="6007261" cy="4067492"/>
          </a:xfrm>
        </p:spPr>
        <p:txBody>
          <a:bodyPr>
            <a:normAutofit/>
          </a:bodyPr>
          <a:lstStyle>
            <a:lvl1pPr marL="0" indent="0">
              <a:spcBef>
                <a:spcPts val="1000"/>
              </a:spcBef>
              <a:spcAft>
                <a:spcPts val="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7/6/2025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2520464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ontent + picture ">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700B3A65-BB60-F2B4-4CF4-19A7C53F188A}"/>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F1DB8D5-B954-BFC9-C8D8-F0491CCBE29B}"/>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507D69F-27D7-2C68-A17D-3F1399C8BE71}"/>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199" y="365125"/>
            <a:ext cx="6645965" cy="1325563"/>
          </a:xfrm>
        </p:spPr>
        <p:txBody>
          <a:bodyPr anchor="b" anchorCtr="0">
            <a:noAutofit/>
          </a:bodyPr>
          <a:lstStyle>
            <a:lvl1pPr>
              <a:defRPr sz="3600"/>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1" y="2055813"/>
            <a:ext cx="5781261" cy="4067492"/>
          </a:xfrm>
        </p:spPr>
        <p:txBody>
          <a:bodyPr>
            <a:normAutofit/>
          </a:bodyPr>
          <a:lstStyle>
            <a:lvl1pPr marL="0" indent="0">
              <a:spcBef>
                <a:spcPts val="1000"/>
              </a:spcBef>
              <a:spcAft>
                <a:spcPts val="500"/>
              </a:spcAft>
              <a:buNone/>
              <a:defRPr sz="1800"/>
            </a:lvl1pPr>
            <a:lvl2pPr>
              <a:spcBef>
                <a:spcPts val="1000"/>
              </a:spcBef>
              <a:spcAft>
                <a:spcPts val="500"/>
              </a:spcAft>
              <a:defRPr sz="1600"/>
            </a:lvl2pPr>
            <a:lvl3pPr>
              <a:spcBef>
                <a:spcPts val="1000"/>
              </a:spcBef>
              <a:spcAft>
                <a:spcPts val="500"/>
              </a:spcAft>
              <a:defRPr sz="1400"/>
            </a:lvl3pPr>
            <a:lvl4pPr>
              <a:spcBef>
                <a:spcPts val="1000"/>
              </a:spcBef>
              <a:spcAft>
                <a:spcPts val="500"/>
              </a:spcAft>
              <a:defRPr sz="1200"/>
            </a:lvl4pPr>
            <a:lvl5pPr>
              <a:spcBef>
                <a:spcPts val="1000"/>
              </a:spcBef>
              <a:spcAft>
                <a:spcPts val="500"/>
              </a:spcAft>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a:extLst>
              <a:ext uri="{FF2B5EF4-FFF2-40B4-BE49-F238E27FC236}">
                <a16:creationId xmlns:a16="http://schemas.microsoft.com/office/drawing/2014/main" id="{BC013AD6-0EF3-2B25-DDBD-2DF706123AEE}"/>
              </a:ext>
            </a:extLst>
          </p:cNvPr>
          <p:cNvSpPr>
            <a:spLocks noGrp="1"/>
          </p:cNvSpPr>
          <p:nvPr>
            <p:ph type="pic" sz="quarter" idx="13"/>
          </p:nvPr>
        </p:nvSpPr>
        <p:spPr>
          <a:xfrm>
            <a:off x="7566991" y="-22860"/>
            <a:ext cx="4625008" cy="6903720"/>
          </a:xfrm>
        </p:spPr>
        <p:txBody>
          <a:bodyPr tIns="274320">
            <a:normAutofit/>
          </a:bodyPr>
          <a:lstStyle>
            <a:lvl1pPr marL="0" indent="0" algn="ctr">
              <a:buNone/>
              <a:defRPr sz="2000"/>
            </a:lvl1pPr>
          </a:lstStyle>
          <a:p>
            <a:r>
              <a:rPr lang="en-GB"/>
              <a:t>Click icon to add picture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7/6/2025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6568680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ntent + tabl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BC45A11E-9896-BD8B-8CC6-A79C124D89BC}"/>
              </a:ext>
              <a:ext uri="{C183D7F6-B498-43B3-948B-1728B52AA6E4}">
                <adec:decorative xmlns:adec="http://schemas.microsoft.com/office/drawing/2017/decorative" val="1"/>
              </a:ext>
            </a:extLst>
          </p:cNvPr>
          <p:cNvCxnSpPr>
            <a:cxnSpLocks/>
          </p:cNvCxnSpPr>
          <p:nvPr userDrawn="1"/>
        </p:nvCxnSpPr>
        <p:spPr>
          <a:xfrm flipH="1">
            <a:off x="0" y="11575"/>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386022B-53D6-6CE0-2093-873FC64A5D34}"/>
              </a:ext>
              <a:ext uri="{C183D7F6-B498-43B3-948B-1728B52AA6E4}">
                <adec:decorative xmlns:adec="http://schemas.microsoft.com/office/drawing/2017/decorative" val="1"/>
              </a:ext>
            </a:extLst>
          </p:cNvPr>
          <p:cNvCxnSpPr>
            <a:cxnSpLocks/>
          </p:cNvCxnSpPr>
          <p:nvPr userDrawn="1"/>
        </p:nvCxnSpPr>
        <p:spPr>
          <a:xfrm flipH="1">
            <a:off x="0" y="11575"/>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BD4BD8F-684C-A145-3376-9E69B0E5BEE5}"/>
              </a:ext>
              <a:ext uri="{C183D7F6-B498-43B3-948B-1728B52AA6E4}">
                <adec:decorative xmlns:adec="http://schemas.microsoft.com/office/drawing/2017/decorative" val="1"/>
              </a:ext>
            </a:extLst>
          </p:cNvPr>
          <p:cNvCxnSpPr>
            <a:cxnSpLocks/>
          </p:cNvCxnSpPr>
          <p:nvPr userDrawn="1"/>
        </p:nvCxnSpPr>
        <p:spPr>
          <a:xfrm flipH="1" flipV="1">
            <a:off x="-42863" y="5802775"/>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E7C1DA9-2A25-EE21-085B-8857DC1AD722}"/>
              </a:ext>
              <a:ext uri="{C183D7F6-B498-43B3-948B-1728B52AA6E4}">
                <adec:decorative xmlns:adec="http://schemas.microsoft.com/office/drawing/2017/decorative" val="1"/>
              </a:ext>
            </a:extLst>
          </p:cNvPr>
          <p:cNvCxnSpPr>
            <a:cxnSpLocks/>
          </p:cNvCxnSpPr>
          <p:nvPr userDrawn="1"/>
        </p:nvCxnSpPr>
        <p:spPr>
          <a:xfrm flipH="1">
            <a:off x="8462964" y="5859925"/>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F236BB3-E567-A8A9-5EC2-BCEF79CFCF06}"/>
              </a:ext>
              <a:ext uri="{C183D7F6-B498-43B3-948B-1728B52AA6E4}">
                <adec:decorative xmlns:adec="http://schemas.microsoft.com/office/drawing/2017/decorative" val="1"/>
              </a:ext>
            </a:extLst>
          </p:cNvPr>
          <p:cNvCxnSpPr>
            <a:cxnSpLocks/>
          </p:cNvCxnSpPr>
          <p:nvPr userDrawn="1"/>
        </p:nvCxnSpPr>
        <p:spPr>
          <a:xfrm flipH="1">
            <a:off x="11543158" y="1659400"/>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4A87C9F-C765-C63C-951E-70721DDACDC3}"/>
              </a:ext>
              <a:ext uri="{C183D7F6-B498-43B3-948B-1728B52AA6E4}">
                <adec:decorative xmlns:adec="http://schemas.microsoft.com/office/drawing/2017/decorative" val="1"/>
              </a:ext>
            </a:extLst>
          </p:cNvPr>
          <p:cNvCxnSpPr>
            <a:cxnSpLocks/>
          </p:cNvCxnSpPr>
          <p:nvPr userDrawn="1"/>
        </p:nvCxnSpPr>
        <p:spPr>
          <a:xfrm flipH="1" flipV="1">
            <a:off x="10781554" y="11575"/>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4425665-0C9C-3899-9DB9-ED05D91E26E6}"/>
              </a:ext>
              <a:ext uri="{C183D7F6-B498-43B3-948B-1728B52AA6E4}">
                <adec:decorative xmlns:adec="http://schemas.microsoft.com/office/drawing/2017/decorative" val="1"/>
              </a:ext>
            </a:extLst>
          </p:cNvPr>
          <p:cNvCxnSpPr>
            <a:cxnSpLocks/>
          </p:cNvCxnSpPr>
          <p:nvPr userDrawn="1"/>
        </p:nvCxnSpPr>
        <p:spPr>
          <a:xfrm flipH="1" flipV="1">
            <a:off x="6529388" y="6812"/>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125"/>
            <a:ext cx="10330405" cy="1325563"/>
          </a:xfrm>
        </p:spPr>
        <p:txBody>
          <a:bodyPr anchor="b" anchorCtr="0">
            <a:noAutofit/>
          </a:bodyPr>
          <a:lstStyle>
            <a:lvl1pPr>
              <a:defRPr sz="3600"/>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2137059"/>
            <a:ext cx="2816352" cy="3986246"/>
          </a:xfrm>
        </p:spPr>
        <p:txBody>
          <a:bodyPr>
            <a:normAutofit/>
          </a:bodyPr>
          <a:lstStyle>
            <a:lvl1pPr marL="0" indent="0">
              <a:spcBef>
                <a:spcPts val="1000"/>
              </a:spcBef>
              <a:spcAft>
                <a:spcPts val="500"/>
              </a:spcAft>
              <a:buNone/>
              <a:defRPr sz="1800"/>
            </a:lvl1pPr>
            <a:lvl2pPr>
              <a:spcBef>
                <a:spcPts val="1000"/>
              </a:spcBef>
              <a:spcAft>
                <a:spcPts val="500"/>
              </a:spcAft>
              <a:defRPr sz="1600"/>
            </a:lvl2pPr>
            <a:lvl3pPr>
              <a:spcBef>
                <a:spcPts val="1000"/>
              </a:spcBef>
              <a:spcAft>
                <a:spcPts val="500"/>
              </a:spcAft>
              <a:defRPr sz="1400"/>
            </a:lvl3pPr>
            <a:lvl4pPr>
              <a:spcBef>
                <a:spcPts val="1000"/>
              </a:spcBef>
              <a:spcAft>
                <a:spcPts val="500"/>
              </a:spcAft>
              <a:defRPr sz="1200"/>
            </a:lvl4pPr>
            <a:lvl5pPr>
              <a:spcBef>
                <a:spcPts val="1000"/>
              </a:spcBef>
              <a:spcAft>
                <a:spcPts val="500"/>
              </a:spcAft>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4109014" y="2137059"/>
            <a:ext cx="7059592" cy="3986245"/>
          </a:xfrm>
        </p:spPr>
        <p:txBody>
          <a:bodyPr>
            <a:normAutofit/>
          </a:bodyPr>
          <a:lstStyle>
            <a:lvl1pPr marL="0" indent="0" algn="ctr">
              <a:buNone/>
              <a:defRPr lang="en-US" sz="2000" dirty="0"/>
            </a:lvl1pPr>
          </a:lstStyle>
          <a:p>
            <a:r>
              <a:rPr lang="en-GB"/>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7/6/2025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774227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wo Content 3">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949C8ABD-000F-7A94-A7B0-9589F4FEFD54}"/>
              </a:ext>
              <a:ext uri="{C183D7F6-B498-43B3-948B-1728B52AA6E4}">
                <adec:decorative xmlns:adec="http://schemas.microsoft.com/office/drawing/2017/decorative" val="1"/>
              </a:ext>
            </a:extLst>
          </p:cNvPr>
          <p:cNvCxnSpPr>
            <a:cxnSpLocks/>
          </p:cNvCxnSpPr>
          <p:nvPr userDrawn="1"/>
        </p:nvCxnSpPr>
        <p:spPr>
          <a:xfrm flipH="1">
            <a:off x="0" y="11575"/>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DC3A554-E5A9-B3CB-913D-45DBFBA79B40}"/>
              </a:ext>
              <a:ext uri="{C183D7F6-B498-43B3-948B-1728B52AA6E4}">
                <adec:decorative xmlns:adec="http://schemas.microsoft.com/office/drawing/2017/decorative" val="1"/>
              </a:ext>
            </a:extLst>
          </p:cNvPr>
          <p:cNvCxnSpPr>
            <a:cxnSpLocks/>
          </p:cNvCxnSpPr>
          <p:nvPr userDrawn="1"/>
        </p:nvCxnSpPr>
        <p:spPr>
          <a:xfrm flipH="1">
            <a:off x="0" y="11575"/>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E3A8DF3-F55A-2494-C55D-8FB94BBC6A49}"/>
              </a:ext>
              <a:ext uri="{C183D7F6-B498-43B3-948B-1728B52AA6E4}">
                <adec:decorative xmlns:adec="http://schemas.microsoft.com/office/drawing/2017/decorative" val="1"/>
              </a:ext>
            </a:extLst>
          </p:cNvPr>
          <p:cNvCxnSpPr>
            <a:cxnSpLocks/>
          </p:cNvCxnSpPr>
          <p:nvPr userDrawn="1"/>
        </p:nvCxnSpPr>
        <p:spPr>
          <a:xfrm flipH="1" flipV="1">
            <a:off x="-42863" y="5802775"/>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9DC86E-6F8A-B036-5CB2-AA8A79837F35}"/>
              </a:ext>
              <a:ext uri="{C183D7F6-B498-43B3-948B-1728B52AA6E4}">
                <adec:decorative xmlns:adec="http://schemas.microsoft.com/office/drawing/2017/decorative" val="1"/>
              </a:ext>
            </a:extLst>
          </p:cNvPr>
          <p:cNvCxnSpPr>
            <a:cxnSpLocks/>
          </p:cNvCxnSpPr>
          <p:nvPr userDrawn="1"/>
        </p:nvCxnSpPr>
        <p:spPr>
          <a:xfrm flipH="1">
            <a:off x="8462964" y="5859925"/>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B9E0C03-C633-9356-4E28-678BAB7AE02E}"/>
              </a:ext>
              <a:ext uri="{C183D7F6-B498-43B3-948B-1728B52AA6E4}">
                <adec:decorative xmlns:adec="http://schemas.microsoft.com/office/drawing/2017/decorative" val="1"/>
              </a:ext>
            </a:extLst>
          </p:cNvPr>
          <p:cNvCxnSpPr>
            <a:cxnSpLocks/>
          </p:cNvCxnSpPr>
          <p:nvPr userDrawn="1"/>
        </p:nvCxnSpPr>
        <p:spPr>
          <a:xfrm flipH="1">
            <a:off x="11543158" y="1659400"/>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0C8A4F7-6C4C-719B-298F-3B81223D178B}"/>
              </a:ext>
              <a:ext uri="{C183D7F6-B498-43B3-948B-1728B52AA6E4}">
                <adec:decorative xmlns:adec="http://schemas.microsoft.com/office/drawing/2017/decorative" val="1"/>
              </a:ext>
            </a:extLst>
          </p:cNvPr>
          <p:cNvCxnSpPr>
            <a:cxnSpLocks/>
          </p:cNvCxnSpPr>
          <p:nvPr userDrawn="1"/>
        </p:nvCxnSpPr>
        <p:spPr>
          <a:xfrm flipH="1" flipV="1">
            <a:off x="10781554" y="11575"/>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E7E5D8B-D6BC-19AE-C0C9-249A5561700F}"/>
              </a:ext>
              <a:ext uri="{C183D7F6-B498-43B3-948B-1728B52AA6E4}">
                <adec:decorative xmlns:adec="http://schemas.microsoft.com/office/drawing/2017/decorative" val="1"/>
              </a:ext>
            </a:extLst>
          </p:cNvPr>
          <p:cNvCxnSpPr>
            <a:cxnSpLocks/>
          </p:cNvCxnSpPr>
          <p:nvPr userDrawn="1"/>
        </p:nvCxnSpPr>
        <p:spPr>
          <a:xfrm flipH="1" flipV="1">
            <a:off x="6529388" y="6812"/>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b" anchorCtr="0">
            <a:noAutofit/>
          </a:bodyPr>
          <a:lstStyle>
            <a:lvl1pPr>
              <a:defRPr sz="3600"/>
            </a:lvl1pPr>
          </a:lstStyle>
          <a:p>
            <a:r>
              <a:rPr lang="en-US" dirty="0"/>
              <a:t>Click to add title</a:t>
            </a:r>
          </a:p>
        </p:txBody>
      </p:sp>
      <p:sp>
        <p:nvSpPr>
          <p:cNvPr id="15" name="Content Placeholder 3">
            <a:extLst>
              <a:ext uri="{FF2B5EF4-FFF2-40B4-BE49-F238E27FC236}">
                <a16:creationId xmlns:a16="http://schemas.microsoft.com/office/drawing/2014/main" id="{7A6C5266-7ECA-B150-2C0F-8670F43AC82D}"/>
              </a:ext>
            </a:extLst>
          </p:cNvPr>
          <p:cNvSpPr>
            <a:spLocks noGrp="1"/>
          </p:cNvSpPr>
          <p:nvPr>
            <p:ph sz="half" idx="14" hasCustomPrompt="1"/>
          </p:nvPr>
        </p:nvSpPr>
        <p:spPr>
          <a:xfrm>
            <a:off x="838200" y="1987669"/>
            <a:ext cx="6974711" cy="4297679"/>
          </a:xfrm>
        </p:spPr>
        <p:txBody>
          <a:bodyPr>
            <a:normAutofit/>
          </a:bodyPr>
          <a:lstStyle>
            <a:lvl1pPr marL="0" indent="0">
              <a:spcBef>
                <a:spcPts val="1000"/>
              </a:spcBef>
              <a:spcAft>
                <a:spcPts val="0"/>
              </a:spcAft>
              <a:buNone/>
              <a:defRPr sz="1800"/>
            </a:lvl1pPr>
            <a:lvl2pPr>
              <a:spcBef>
                <a:spcPts val="1000"/>
              </a:spcBef>
              <a:spcAft>
                <a:spcPts val="500"/>
              </a:spcAft>
              <a:defRPr sz="1800"/>
            </a:lvl2pPr>
            <a:lvl3pPr>
              <a:spcBef>
                <a:spcPts val="1000"/>
              </a:spcBef>
              <a:spcAft>
                <a:spcPts val="500"/>
              </a:spcAft>
              <a:defRPr sz="1800"/>
            </a:lvl3pPr>
            <a:lvl4pPr>
              <a:spcBef>
                <a:spcPts val="1000"/>
              </a:spcBef>
              <a:spcAft>
                <a:spcPts val="500"/>
              </a:spcAft>
              <a:defRPr sz="1800"/>
            </a:lvl4pPr>
            <a:lvl5pPr>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hasCustomPrompt="1"/>
          </p:nvPr>
        </p:nvSpPr>
        <p:spPr>
          <a:xfrm>
            <a:off x="7917085" y="1987670"/>
            <a:ext cx="3436716" cy="4297680"/>
          </a:xfrm>
        </p:spPr>
        <p:txBody>
          <a:bodyPr>
            <a:normAutofit/>
          </a:bodyPr>
          <a:lstStyle>
            <a:lvl1pPr marL="0" indent="0">
              <a:spcBef>
                <a:spcPts val="1000"/>
              </a:spcBef>
              <a:spcAft>
                <a:spcPts val="500"/>
              </a:spcAft>
              <a:buNone/>
              <a:defRPr sz="1800"/>
            </a:lvl1pPr>
            <a:lvl2pPr>
              <a:spcBef>
                <a:spcPts val="1000"/>
              </a:spcBef>
              <a:spcAft>
                <a:spcPts val="500"/>
              </a:spcAft>
              <a:defRPr sz="1600"/>
            </a:lvl2pPr>
            <a:lvl3pPr>
              <a:spcBef>
                <a:spcPts val="1000"/>
              </a:spcBef>
              <a:spcAft>
                <a:spcPts val="500"/>
              </a:spcAft>
              <a:defRPr sz="1400"/>
            </a:lvl3pPr>
            <a:lvl4pPr>
              <a:spcBef>
                <a:spcPts val="1000"/>
              </a:spcBef>
              <a:spcAft>
                <a:spcPts val="500"/>
              </a:spcAft>
              <a:defRPr sz="1200"/>
            </a:lvl4pPr>
            <a:lvl5pPr>
              <a:spcBef>
                <a:spcPts val="1000"/>
              </a:spcBef>
              <a:spcAft>
                <a:spcPts val="500"/>
              </a:spcAft>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7/6/2025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5187899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able">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7588714-FE55-FCEF-78C2-2A4D11ECD7FD}"/>
              </a:ext>
              <a:ext uri="{C183D7F6-B498-43B3-948B-1728B52AA6E4}">
                <adec:decorative xmlns:adec="http://schemas.microsoft.com/office/drawing/2017/decorative" val="1"/>
              </a:ext>
            </a:extLst>
          </p:cNvPr>
          <p:cNvCxnSpPr>
            <a:cxnSpLocks/>
          </p:cNvCxnSpPr>
          <p:nvPr userDrawn="1"/>
        </p:nvCxnSpPr>
        <p:spPr>
          <a:xfrm flipH="1">
            <a:off x="0" y="11575"/>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AF6BF02-4CD8-261B-BE58-05677EB947E9}"/>
              </a:ext>
              <a:ext uri="{C183D7F6-B498-43B3-948B-1728B52AA6E4}">
                <adec:decorative xmlns:adec="http://schemas.microsoft.com/office/drawing/2017/decorative" val="1"/>
              </a:ext>
            </a:extLst>
          </p:cNvPr>
          <p:cNvCxnSpPr>
            <a:cxnSpLocks/>
          </p:cNvCxnSpPr>
          <p:nvPr userDrawn="1"/>
        </p:nvCxnSpPr>
        <p:spPr>
          <a:xfrm flipH="1">
            <a:off x="0" y="11575"/>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1AF1F17-7A1F-BCA2-15C0-417928B4E789}"/>
              </a:ext>
              <a:ext uri="{C183D7F6-B498-43B3-948B-1728B52AA6E4}">
                <adec:decorative xmlns:adec="http://schemas.microsoft.com/office/drawing/2017/decorative" val="1"/>
              </a:ext>
            </a:extLst>
          </p:cNvPr>
          <p:cNvCxnSpPr>
            <a:cxnSpLocks/>
          </p:cNvCxnSpPr>
          <p:nvPr userDrawn="1"/>
        </p:nvCxnSpPr>
        <p:spPr>
          <a:xfrm flipH="1" flipV="1">
            <a:off x="-42863" y="5802775"/>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F0ADE0B-D150-E72B-EE9A-E5EFDBC6F01E}"/>
              </a:ext>
              <a:ext uri="{C183D7F6-B498-43B3-948B-1728B52AA6E4}">
                <adec:decorative xmlns:adec="http://schemas.microsoft.com/office/drawing/2017/decorative" val="1"/>
              </a:ext>
            </a:extLst>
          </p:cNvPr>
          <p:cNvCxnSpPr>
            <a:cxnSpLocks/>
          </p:cNvCxnSpPr>
          <p:nvPr userDrawn="1"/>
        </p:nvCxnSpPr>
        <p:spPr>
          <a:xfrm flipH="1">
            <a:off x="8462964" y="5859925"/>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BBCDD5A-A3C4-DF4F-74AD-CAF0F465BDAE}"/>
              </a:ext>
              <a:ext uri="{C183D7F6-B498-43B3-948B-1728B52AA6E4}">
                <adec:decorative xmlns:adec="http://schemas.microsoft.com/office/drawing/2017/decorative" val="1"/>
              </a:ext>
            </a:extLst>
          </p:cNvPr>
          <p:cNvCxnSpPr>
            <a:cxnSpLocks/>
          </p:cNvCxnSpPr>
          <p:nvPr userDrawn="1"/>
        </p:nvCxnSpPr>
        <p:spPr>
          <a:xfrm flipH="1">
            <a:off x="11543158" y="1659400"/>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9430AE4-C878-DFAB-EDA5-36B97176DE7A}"/>
              </a:ext>
              <a:ext uri="{C183D7F6-B498-43B3-948B-1728B52AA6E4}">
                <adec:decorative xmlns:adec="http://schemas.microsoft.com/office/drawing/2017/decorative" val="1"/>
              </a:ext>
            </a:extLst>
          </p:cNvPr>
          <p:cNvCxnSpPr>
            <a:cxnSpLocks/>
          </p:cNvCxnSpPr>
          <p:nvPr userDrawn="1"/>
        </p:nvCxnSpPr>
        <p:spPr>
          <a:xfrm flipH="1" flipV="1">
            <a:off x="10781554" y="11575"/>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61487B2-0348-2FFC-03FB-6508B6FD36B3}"/>
              </a:ext>
              <a:ext uri="{C183D7F6-B498-43B3-948B-1728B52AA6E4}">
                <adec:decorative xmlns:adec="http://schemas.microsoft.com/office/drawing/2017/decorative" val="1"/>
              </a:ext>
            </a:extLst>
          </p:cNvPr>
          <p:cNvCxnSpPr>
            <a:cxnSpLocks/>
          </p:cNvCxnSpPr>
          <p:nvPr userDrawn="1"/>
        </p:nvCxnSpPr>
        <p:spPr>
          <a:xfrm flipH="1" flipV="1">
            <a:off x="6529388" y="6812"/>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b" anchorCtr="0">
            <a:noAutofit/>
          </a:bodyPr>
          <a:lstStyle>
            <a:lvl1pPr>
              <a:defRPr sz="36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838199" y="2125262"/>
            <a:ext cx="10515600" cy="3675944"/>
          </a:xfrm>
        </p:spPr>
        <p:txBody>
          <a:bodyPr>
            <a:normAutofit/>
          </a:bodyPr>
          <a:lstStyle>
            <a:lvl1pPr marL="0" indent="0" algn="ctr">
              <a:buNone/>
              <a:defRPr sz="2000"/>
            </a:lvl1pPr>
          </a:lstStyle>
          <a:p>
            <a:r>
              <a:rPr lang="en-GB"/>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7/6/2025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148842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Content 3">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1843C0D-8C0B-0B3C-7014-7B7217C008E5}"/>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7B715CF-E60F-DDAE-369E-BCC2CE4FF958}"/>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2BD8F5F-4228-6BB9-5EA6-553590898242}"/>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F721F95-97C0-7151-B9F6-C088CEA1A7F8}"/>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a16="http://schemas.microsoft.com/office/drawing/2014/main" id="{978AD50A-9C6A-454B-0CAD-EAB518440143}"/>
              </a:ext>
            </a:extLst>
          </p:cNvPr>
          <p:cNvSpPr>
            <a:spLocks noGrp="1"/>
          </p:cNvSpPr>
          <p:nvPr>
            <p:ph type="pic" sz="quarter" idx="10"/>
          </p:nvPr>
        </p:nvSpPr>
        <p:spPr>
          <a:xfrm>
            <a:off x="3810" y="0"/>
            <a:ext cx="7816995" cy="6858000"/>
          </a:xfrm>
          <a:custGeom>
            <a:avLst/>
            <a:gdLst>
              <a:gd name="connsiteX0" fmla="*/ 0 w 7813675"/>
              <a:gd name="connsiteY0" fmla="*/ 0 h 6903720"/>
              <a:gd name="connsiteX1" fmla="*/ 7813675 w 7813675"/>
              <a:gd name="connsiteY1" fmla="*/ 0 h 6903720"/>
              <a:gd name="connsiteX2" fmla="*/ 7813675 w 7813675"/>
              <a:gd name="connsiteY2" fmla="*/ 6903720 h 6903720"/>
              <a:gd name="connsiteX3" fmla="*/ 0 w 7813675"/>
              <a:gd name="connsiteY3" fmla="*/ 6903720 h 6903720"/>
              <a:gd name="connsiteX4" fmla="*/ 0 w 7813675"/>
              <a:gd name="connsiteY4" fmla="*/ 0 h 6903720"/>
              <a:gd name="connsiteX0" fmla="*/ 0 w 7813675"/>
              <a:gd name="connsiteY0" fmla="*/ 0 h 6903720"/>
              <a:gd name="connsiteX1" fmla="*/ 7813675 w 7813675"/>
              <a:gd name="connsiteY1" fmla="*/ 0 h 6903720"/>
              <a:gd name="connsiteX2" fmla="*/ 7813675 w 7813675"/>
              <a:gd name="connsiteY2" fmla="*/ 6903720 h 6903720"/>
              <a:gd name="connsiteX3" fmla="*/ 798854 w 7813675"/>
              <a:gd name="connsiteY3" fmla="*/ 6867163 h 6903720"/>
              <a:gd name="connsiteX4" fmla="*/ 0 w 7813675"/>
              <a:gd name="connsiteY4" fmla="*/ 6903720 h 6903720"/>
              <a:gd name="connsiteX5" fmla="*/ 0 w 7813675"/>
              <a:gd name="connsiteY5" fmla="*/ 0 h 6903720"/>
              <a:gd name="connsiteX0" fmla="*/ 0 w 7813675"/>
              <a:gd name="connsiteY0" fmla="*/ 0 h 6907803"/>
              <a:gd name="connsiteX1" fmla="*/ 7813675 w 7813675"/>
              <a:gd name="connsiteY1" fmla="*/ 0 h 6907803"/>
              <a:gd name="connsiteX2" fmla="*/ 7813675 w 7813675"/>
              <a:gd name="connsiteY2" fmla="*/ 6903720 h 6907803"/>
              <a:gd name="connsiteX3" fmla="*/ 809014 w 7813675"/>
              <a:gd name="connsiteY3" fmla="*/ 6907803 h 6907803"/>
              <a:gd name="connsiteX4" fmla="*/ 0 w 7813675"/>
              <a:gd name="connsiteY4" fmla="*/ 6903720 h 6907803"/>
              <a:gd name="connsiteX5" fmla="*/ 0 w 7813675"/>
              <a:gd name="connsiteY5" fmla="*/ 0 h 6907803"/>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9891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740434 w 7813675"/>
              <a:gd name="connsiteY3" fmla="*/ 6898913 h 6903720"/>
              <a:gd name="connsiteX4" fmla="*/ 0 w 7813675"/>
              <a:gd name="connsiteY4" fmla="*/ 6903720 h 6903720"/>
              <a:gd name="connsiteX5" fmla="*/ 0 w 7813675"/>
              <a:gd name="connsiteY5" fmla="*/ 0 h 6903720"/>
              <a:gd name="connsiteX0" fmla="*/ 0 w 7813675"/>
              <a:gd name="connsiteY0" fmla="*/ 0 h 6907385"/>
              <a:gd name="connsiteX1" fmla="*/ 7813675 w 7813675"/>
              <a:gd name="connsiteY1" fmla="*/ 0 h 6907385"/>
              <a:gd name="connsiteX2" fmla="*/ 7813675 w 7813675"/>
              <a:gd name="connsiteY2" fmla="*/ 6903720 h 6907385"/>
              <a:gd name="connsiteX3" fmla="*/ 6359380 w 7813675"/>
              <a:gd name="connsiteY3" fmla="*/ 6907385 h 6907385"/>
              <a:gd name="connsiteX4" fmla="*/ 740434 w 7813675"/>
              <a:gd name="connsiteY4" fmla="*/ 6898913 h 6907385"/>
              <a:gd name="connsiteX5" fmla="*/ 0 w 7813675"/>
              <a:gd name="connsiteY5" fmla="*/ 6903720 h 6907385"/>
              <a:gd name="connsiteX6" fmla="*/ 0 w 7813675"/>
              <a:gd name="connsiteY6"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3320 w 7816995"/>
              <a:gd name="connsiteY5" fmla="*/ 690372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2899555 w 7816995"/>
              <a:gd name="connsiteY2" fmla="*/ 464820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16995" h="6907385">
                <a:moveTo>
                  <a:pt x="3320" y="0"/>
                </a:moveTo>
                <a:lnTo>
                  <a:pt x="7816995" y="0"/>
                </a:lnTo>
                <a:lnTo>
                  <a:pt x="2899555" y="4648200"/>
                </a:lnTo>
                <a:lnTo>
                  <a:pt x="6362700" y="6907385"/>
                </a:lnTo>
                <a:lnTo>
                  <a:pt x="743754" y="6898913"/>
                </a:lnTo>
                <a:lnTo>
                  <a:pt x="2876060" y="4644390"/>
                </a:lnTo>
                <a:cubicBezTo>
                  <a:pt x="1610033" y="3689302"/>
                  <a:pt x="1117437" y="3324763"/>
                  <a:pt x="0" y="2510645"/>
                </a:cubicBezTo>
                <a:cubicBezTo>
                  <a:pt x="1107" y="1673763"/>
                  <a:pt x="2213" y="836882"/>
                  <a:pt x="3320" y="0"/>
                </a:cubicBezTo>
                <a:close/>
              </a:path>
            </a:pathLst>
          </a:custGeom>
          <a:solidFill>
            <a:schemeClr val="tx2"/>
          </a:solidFill>
          <a:ln w="22225">
            <a:noFill/>
          </a:ln>
        </p:spPr>
        <p:txBody>
          <a:bodyPr lIns="274320" tIns="274320">
            <a:normAutofit/>
          </a:bodyPr>
          <a:lstStyle>
            <a:lvl1pPr marL="0" indent="0">
              <a:buNone/>
              <a:defRPr sz="2000"/>
            </a:lvl1pPr>
          </a:lstStyle>
          <a:p>
            <a:r>
              <a:rPr lang="en-GB"/>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6080992" y="731562"/>
            <a:ext cx="4902843" cy="3526778"/>
          </a:xfrm>
          <a:noFill/>
        </p:spPr>
        <p:txBody>
          <a:bodyPr anchor="b">
            <a:noAutofit/>
          </a:body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080992" y="4373217"/>
            <a:ext cx="4902843" cy="1753221"/>
          </a:xfrm>
        </p:spPr>
        <p:txBody>
          <a:bodyPr anchor="t" anchorCtr="0">
            <a:normAutofit/>
          </a:bodyPr>
          <a:lstStyle>
            <a:lvl1pPr marL="0" indent="0">
              <a:spcBef>
                <a:spcPts val="1000"/>
              </a:spcBef>
              <a:buNone/>
              <a:defRPr sz="1800">
                <a:solidFill>
                  <a:schemeClr val="tx1"/>
                </a:solidFill>
              </a:defRPr>
            </a:lvl1pPr>
            <a:lvl2pPr>
              <a:spcBef>
                <a:spcPts val="1000"/>
              </a:spcBef>
              <a:defRPr sz="1600">
                <a:solidFill>
                  <a:schemeClr val="tx1"/>
                </a:solidFill>
              </a:defRPr>
            </a:lvl2pPr>
            <a:lvl3pPr>
              <a:spcBef>
                <a:spcPts val="1000"/>
              </a:spcBef>
              <a:defRPr sz="1400">
                <a:solidFill>
                  <a:schemeClr val="tx1"/>
                </a:solidFill>
              </a:defRPr>
            </a:lvl3pPr>
            <a:lvl4pPr>
              <a:spcBef>
                <a:spcPts val="1000"/>
              </a:spcBef>
              <a:defRPr sz="1200">
                <a:solidFill>
                  <a:schemeClr val="tx1"/>
                </a:solidFill>
              </a:defRPr>
            </a:lvl4pPr>
            <a:lvl5pPr>
              <a:spcBef>
                <a:spcPts val="1000"/>
              </a:spcBef>
              <a:defRPr sz="120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253962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36E0F2-A64B-471E-93C0-8DFE08CC57C8}"/>
              </a:ext>
            </a:extLst>
          </p:cNvPr>
          <p:cNvCxnSpPr>
            <a:cxnSpLocks/>
          </p:cNvCxnSpPr>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C1E3AB1-2A8C-4607-9FAE-D8BDB280FE1A}"/>
              </a:ext>
            </a:extLst>
          </p:cNvPr>
          <p:cNvCxnSpPr>
            <a:cxnSpLocks/>
          </p:cNvCxnSpPr>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6D66059-832F-40B6-A35F-F56C8F38A1E7}"/>
              </a:ext>
            </a:extLst>
          </p:cNvPr>
          <p:cNvCxnSpPr>
            <a:cxnSpLocks/>
          </p:cNvCxnSpPr>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5E2ED-7EA9-448D-83FA-54C3DF9723BD}"/>
              </a:ext>
            </a:extLst>
          </p:cNvPr>
          <p:cNvCxnSpPr>
            <a:cxnSpLocks/>
          </p:cNvCxnSpPr>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595356-EABD-4767-AC9D-EA21FF115EC0}"/>
              </a:ext>
            </a:extLst>
          </p:cNvPr>
          <p:cNvCxnSpPr>
            <a:cxnSpLocks/>
          </p:cNvCxnSpPr>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CD9F06-9628-469C-B788-A894E3E08281}"/>
              </a:ext>
            </a:extLst>
          </p:cNvPr>
          <p:cNvCxnSpPr>
            <a:cxnSpLocks/>
          </p:cNvCxnSpPr>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50A431-0B61-421B-B4B7-24C0CFF0F938}"/>
              </a:ext>
            </a:extLst>
          </p:cNvPr>
          <p:cNvCxnSpPr>
            <a:cxnSpLocks/>
          </p:cNvCxnSpPr>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675B94C5-D205-4339-B029-5D0FD2E5F3DB}"/>
              </a:ext>
            </a:extLst>
          </p:cNvPr>
          <p:cNvSpPr>
            <a:spLocks noGrp="1"/>
          </p:cNvSpPr>
          <p:nvPr>
            <p:ph type="title"/>
          </p:nvPr>
        </p:nvSpPr>
        <p:spPr>
          <a:xfrm>
            <a:off x="1143000" y="533401"/>
            <a:ext cx="9906000" cy="1382156"/>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C096DC5C-BD34-4CE4-8AA7-A6A4B9516F8F}"/>
              </a:ext>
            </a:extLst>
          </p:cNvPr>
          <p:cNvSpPr>
            <a:spLocks noGrp="1"/>
          </p:cNvSpPr>
          <p:nvPr>
            <p:ph type="body" idx="1"/>
          </p:nvPr>
        </p:nvSpPr>
        <p:spPr>
          <a:xfrm>
            <a:off x="1143000" y="2009554"/>
            <a:ext cx="9906000" cy="402442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81F192A7-D622-449D-9FC2-48FDE4D690F1}"/>
              </a:ext>
            </a:extLst>
          </p:cNvPr>
          <p:cNvSpPr>
            <a:spLocks noGrp="1"/>
          </p:cNvSpPr>
          <p:nvPr>
            <p:ph type="dt" sz="half" idx="2"/>
          </p:nvPr>
        </p:nvSpPr>
        <p:spPr>
          <a:xfrm>
            <a:off x="7337102" y="6398878"/>
            <a:ext cx="4193908"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D6D8061D-18C3-4F4F-85EF-561633F58754}" type="datetimeFigureOut">
              <a:rPr lang="en-US" smtClean="0"/>
              <a:t>7/6/2025</a:t>
            </a:fld>
            <a:endParaRPr lang="en-US"/>
          </a:p>
        </p:txBody>
      </p:sp>
      <p:sp>
        <p:nvSpPr>
          <p:cNvPr id="5" name="Footer Placeholder 4">
            <a:extLst>
              <a:ext uri="{FF2B5EF4-FFF2-40B4-BE49-F238E27FC236}">
                <a16:creationId xmlns:a16="http://schemas.microsoft.com/office/drawing/2014/main" id="{8435B93C-2BE9-4847-BFE5-D3CBCC6E948C}"/>
              </a:ext>
            </a:extLst>
          </p:cNvPr>
          <p:cNvSpPr>
            <a:spLocks noGrp="1"/>
          </p:cNvSpPr>
          <p:nvPr>
            <p:ph type="ftr" sz="quarter" idx="3"/>
          </p:nvPr>
        </p:nvSpPr>
        <p:spPr>
          <a:xfrm>
            <a:off x="154429" y="6398878"/>
            <a:ext cx="4497315" cy="365125"/>
          </a:xfrm>
          <a:prstGeom prst="rect">
            <a:avLst/>
          </a:prstGeom>
        </p:spPr>
        <p:txBody>
          <a:bodyPr vert="horz" lIns="91440" tIns="45720" rIns="91440" bIns="45720" rtlCol="0" anchor="ctr">
            <a:normAutofit/>
          </a:bodyPr>
          <a:lstStyle>
            <a:lvl1pPr algn="l">
              <a:defRPr sz="1200" b="1" spc="30" baseline="0">
                <a:solidFill>
                  <a:schemeClr val="tx2"/>
                </a:solidFill>
                <a:latin typeface="+mj-lt"/>
              </a:defRPr>
            </a:lvl1pPr>
          </a:lstStyle>
          <a:p>
            <a:endParaRPr lang="en-US"/>
          </a:p>
        </p:txBody>
      </p:sp>
      <p:sp>
        <p:nvSpPr>
          <p:cNvPr id="6" name="Slide Number Placeholder 5">
            <a:extLst>
              <a:ext uri="{FF2B5EF4-FFF2-40B4-BE49-F238E27FC236}">
                <a16:creationId xmlns:a16="http://schemas.microsoft.com/office/drawing/2014/main" id="{ADF70A99-395E-4F22-8AAB-6C7EE743D7D5}"/>
              </a:ext>
            </a:extLst>
          </p:cNvPr>
          <p:cNvSpPr>
            <a:spLocks noGrp="1"/>
          </p:cNvSpPr>
          <p:nvPr>
            <p:ph type="sldNum" sz="quarter" idx="4"/>
          </p:nvPr>
        </p:nvSpPr>
        <p:spPr>
          <a:xfrm>
            <a:off x="11602477" y="6398878"/>
            <a:ext cx="470887"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55606510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5" r:id="rId17"/>
    <p:sldLayoutId id="2147483686" r:id="rId18"/>
    <p:sldLayoutId id="2147483687" r:id="rId19"/>
    <p:sldLayoutId id="2147483688" r:id="rId20"/>
    <p:sldLayoutId id="2147483689" r:id="rId21"/>
    <p:sldLayoutId id="2147483690" r:id="rId22"/>
    <p:sldLayoutId id="2147483691" r:id="rId23"/>
  </p:sldLayoutIdLst>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txStyles>
    <p:title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336">
          <p15:clr>
            <a:srgbClr val="F26B43"/>
          </p15:clr>
        </p15:guide>
        <p15:guide id="4" orient="horz" pos="3984">
          <p15:clr>
            <a:srgbClr val="F26B43"/>
          </p15:clr>
        </p15:guide>
        <p15:guide id="5" pos="336">
          <p15:clr>
            <a:srgbClr val="F26B43"/>
          </p15:clr>
        </p15:guide>
        <p15:guide id="6" pos="7344">
          <p15:clr>
            <a:srgbClr val="F26B43"/>
          </p15:clr>
        </p15:guide>
        <p15:guide id="7" pos="720">
          <p15:clr>
            <a:srgbClr val="F26B43"/>
          </p15:clr>
        </p15:guide>
        <p15:guide id="8" pos="69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1.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2.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2.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72CBB6F-55D8-0F25-F437-1CCC2B380CD0}"/>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DB96D4E2-C616-4D46-AF08-40E3873083E1}"/>
              </a:ext>
            </a:extLst>
          </p:cNvPr>
          <p:cNvSpPr/>
          <p:nvPr/>
        </p:nvSpPr>
        <p:spPr>
          <a:xfrm>
            <a:off x="426720" y="309490"/>
            <a:ext cx="5669280" cy="1448974"/>
          </a:xfrm>
          <a:prstGeom prst="rect">
            <a:avLst/>
          </a:prstGeom>
          <a:noFill/>
          <a:ln>
            <a:solidFill>
              <a:schemeClr val="bg1"/>
            </a:solidFill>
          </a:ln>
          <a:effectLst>
            <a:outerShdw blurRad="50800" dist="38100" algn="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b="1" i="1" dirty="0">
                <a:solidFill>
                  <a:schemeClr val="bg1"/>
                </a:solidFill>
                <a:latin typeface="+mj-lt"/>
              </a:rPr>
              <a:t>Adventure Work Cycle Project</a:t>
            </a:r>
            <a:br>
              <a:rPr lang="en-US" sz="4000" i="1" dirty="0">
                <a:solidFill>
                  <a:schemeClr val="bg1"/>
                </a:solidFill>
              </a:rPr>
            </a:br>
            <a:r>
              <a:rPr lang="en-US" b="1" i="1" dirty="0">
                <a:solidFill>
                  <a:schemeClr val="bg1"/>
                </a:solidFill>
                <a:latin typeface="+mj-lt"/>
              </a:rPr>
              <a:t>Transforming numbers into insights</a:t>
            </a:r>
            <a:endParaRPr lang="en-IM" i="1" dirty="0">
              <a:solidFill>
                <a:schemeClr val="bg1"/>
              </a:solidFill>
              <a:latin typeface="+mj-lt"/>
            </a:endParaRPr>
          </a:p>
        </p:txBody>
      </p:sp>
    </p:spTree>
    <p:extLst>
      <p:ext uri="{BB962C8B-B14F-4D97-AF65-F5344CB8AC3E}">
        <p14:creationId xmlns:p14="http://schemas.microsoft.com/office/powerpoint/2010/main" val="27901189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831D47D-BC8B-68FB-923E-AD74EA64716D}"/>
            </a:ext>
          </a:extLst>
        </p:cNvPr>
        <p:cNvGrpSpPr/>
        <p:nvPr/>
      </p:nvGrpSpPr>
      <p:grpSpPr>
        <a:xfrm>
          <a:off x="0" y="0"/>
          <a:ext cx="0" cy="0"/>
          <a:chOff x="0" y="0"/>
          <a:chExt cx="0" cy="0"/>
        </a:xfrm>
      </p:grpSpPr>
      <p:sp>
        <p:nvSpPr>
          <p:cNvPr id="22" name="TextBox 21">
            <a:extLst>
              <a:ext uri="{FF2B5EF4-FFF2-40B4-BE49-F238E27FC236}">
                <a16:creationId xmlns:a16="http://schemas.microsoft.com/office/drawing/2014/main" id="{4A92DD98-FD76-7717-67A8-0C9C42BAC0D5}"/>
              </a:ext>
            </a:extLst>
          </p:cNvPr>
          <p:cNvSpPr txBox="1"/>
          <p:nvPr/>
        </p:nvSpPr>
        <p:spPr>
          <a:xfrm>
            <a:off x="-2219765" y="2967335"/>
            <a:ext cx="1958927" cy="923330"/>
          </a:xfrm>
          <a:prstGeom prst="rect">
            <a:avLst/>
          </a:prstGeom>
          <a:noFill/>
        </p:spPr>
        <p:txBody>
          <a:bodyPr wrap="square" rtlCol="0">
            <a:spAutoFit/>
          </a:bodyPr>
          <a:lstStyle/>
          <a:p>
            <a:pPr algn="ctr"/>
            <a:r>
              <a:rPr lang="en-US" i="1" dirty="0">
                <a:latin typeface="+mj-lt"/>
              </a:rPr>
              <a:t>04</a:t>
            </a:r>
          </a:p>
          <a:p>
            <a:pPr algn="ctr"/>
            <a:r>
              <a:rPr lang="en-US" i="1" dirty="0">
                <a:latin typeface="+mj-lt"/>
              </a:rPr>
              <a:t>Recommendation and conclusion</a:t>
            </a:r>
            <a:endParaRPr lang="en-IM" i="1" dirty="0">
              <a:latin typeface="+mj-lt"/>
            </a:endParaRPr>
          </a:p>
        </p:txBody>
      </p:sp>
      <p:sp>
        <p:nvSpPr>
          <p:cNvPr id="21" name="TextBox 20">
            <a:extLst>
              <a:ext uri="{FF2B5EF4-FFF2-40B4-BE49-F238E27FC236}">
                <a16:creationId xmlns:a16="http://schemas.microsoft.com/office/drawing/2014/main" id="{D8215686-7995-CBBD-91C7-3D70E44423C6}"/>
              </a:ext>
            </a:extLst>
          </p:cNvPr>
          <p:cNvSpPr txBox="1"/>
          <p:nvPr/>
        </p:nvSpPr>
        <p:spPr>
          <a:xfrm>
            <a:off x="-2219765" y="2974369"/>
            <a:ext cx="1675228" cy="923330"/>
          </a:xfrm>
          <a:prstGeom prst="rect">
            <a:avLst/>
          </a:prstGeom>
          <a:noFill/>
        </p:spPr>
        <p:txBody>
          <a:bodyPr wrap="square" rtlCol="0">
            <a:spAutoFit/>
          </a:bodyPr>
          <a:lstStyle/>
          <a:p>
            <a:pPr algn="ctr"/>
            <a:r>
              <a:rPr lang="en-US" i="1" dirty="0">
                <a:latin typeface="+mj-lt"/>
              </a:rPr>
              <a:t>03</a:t>
            </a:r>
          </a:p>
          <a:p>
            <a:pPr algn="ctr"/>
            <a:r>
              <a:rPr lang="en-US" i="1" dirty="0">
                <a:latin typeface="+mj-lt"/>
              </a:rPr>
              <a:t>DASHBOARD EXPLNATION </a:t>
            </a:r>
            <a:endParaRPr lang="en-IM" i="1" dirty="0">
              <a:latin typeface="+mj-lt"/>
            </a:endParaRPr>
          </a:p>
        </p:txBody>
      </p:sp>
      <p:sp>
        <p:nvSpPr>
          <p:cNvPr id="20" name="TextBox 19">
            <a:extLst>
              <a:ext uri="{FF2B5EF4-FFF2-40B4-BE49-F238E27FC236}">
                <a16:creationId xmlns:a16="http://schemas.microsoft.com/office/drawing/2014/main" id="{F29B46DD-0457-6EF9-F859-C2F1257EB143}"/>
              </a:ext>
            </a:extLst>
          </p:cNvPr>
          <p:cNvSpPr txBox="1"/>
          <p:nvPr/>
        </p:nvSpPr>
        <p:spPr>
          <a:xfrm>
            <a:off x="-2219765" y="2967335"/>
            <a:ext cx="1617784" cy="923330"/>
          </a:xfrm>
          <a:prstGeom prst="rect">
            <a:avLst/>
          </a:prstGeom>
          <a:noFill/>
        </p:spPr>
        <p:txBody>
          <a:bodyPr wrap="square" rtlCol="0">
            <a:spAutoFit/>
          </a:bodyPr>
          <a:lstStyle/>
          <a:p>
            <a:pPr algn="ctr"/>
            <a:r>
              <a:rPr lang="en-US" i="1" dirty="0">
                <a:latin typeface="+mj-lt"/>
              </a:rPr>
              <a:t>02</a:t>
            </a:r>
          </a:p>
          <a:p>
            <a:pPr algn="ctr"/>
            <a:r>
              <a:rPr lang="en-US" i="1" dirty="0">
                <a:latin typeface="+mj-lt"/>
              </a:rPr>
              <a:t>KPI INSIGHTS </a:t>
            </a:r>
          </a:p>
        </p:txBody>
      </p:sp>
      <p:sp>
        <p:nvSpPr>
          <p:cNvPr id="19" name="TextBox 18">
            <a:extLst>
              <a:ext uri="{FF2B5EF4-FFF2-40B4-BE49-F238E27FC236}">
                <a16:creationId xmlns:a16="http://schemas.microsoft.com/office/drawing/2014/main" id="{40D97D95-8465-58D7-EAC1-76ABAD88F789}"/>
              </a:ext>
            </a:extLst>
          </p:cNvPr>
          <p:cNvSpPr txBox="1"/>
          <p:nvPr/>
        </p:nvSpPr>
        <p:spPr>
          <a:xfrm>
            <a:off x="-2219765" y="2991676"/>
            <a:ext cx="1617784" cy="923330"/>
          </a:xfrm>
          <a:prstGeom prst="rect">
            <a:avLst/>
          </a:prstGeom>
          <a:noFill/>
        </p:spPr>
        <p:txBody>
          <a:bodyPr wrap="square" rtlCol="0">
            <a:spAutoFit/>
          </a:bodyPr>
          <a:lstStyle/>
          <a:p>
            <a:pPr algn="ctr"/>
            <a:r>
              <a:rPr lang="en-US" i="1" dirty="0">
                <a:latin typeface="+mj-lt"/>
              </a:rPr>
              <a:t>01</a:t>
            </a:r>
          </a:p>
          <a:p>
            <a:pPr algn="ctr"/>
            <a:r>
              <a:rPr lang="en-US" i="1" dirty="0">
                <a:latin typeface="+mj-lt"/>
              </a:rPr>
              <a:t>INTRODUCTION </a:t>
            </a:r>
            <a:endParaRPr lang="en-IM" i="1" dirty="0">
              <a:latin typeface="+mj-lt"/>
            </a:endParaRPr>
          </a:p>
        </p:txBody>
      </p:sp>
      <p:sp>
        <p:nvSpPr>
          <p:cNvPr id="12" name="Flowchart: Connector 11">
            <a:extLst>
              <a:ext uri="{FF2B5EF4-FFF2-40B4-BE49-F238E27FC236}">
                <a16:creationId xmlns:a16="http://schemas.microsoft.com/office/drawing/2014/main" id="{9DA6D811-F0A6-41F8-58D8-8E8EE3FF5B41}"/>
              </a:ext>
            </a:extLst>
          </p:cNvPr>
          <p:cNvSpPr/>
          <p:nvPr/>
        </p:nvSpPr>
        <p:spPr>
          <a:xfrm>
            <a:off x="-2219765" y="24341"/>
            <a:ext cx="6597748" cy="6858000"/>
          </a:xfrm>
          <a:prstGeom prst="flowChartConnector">
            <a:avLst/>
          </a:prstGeom>
          <a:solidFill>
            <a:schemeClr val="accent2">
              <a:lumMod val="50000"/>
            </a:schemeClr>
          </a:solidFill>
          <a:ln>
            <a:noFill/>
          </a:ln>
          <a:effectLst>
            <a:outerShdw blurRad="50800" dist="38100" algn="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M"/>
          </a:p>
        </p:txBody>
      </p:sp>
      <p:sp>
        <p:nvSpPr>
          <p:cNvPr id="13" name="Flowchart: Connector 12">
            <a:extLst>
              <a:ext uri="{FF2B5EF4-FFF2-40B4-BE49-F238E27FC236}">
                <a16:creationId xmlns:a16="http://schemas.microsoft.com/office/drawing/2014/main" id="{F62584A4-F4D6-612C-62F6-B2B17E454EE2}"/>
              </a:ext>
            </a:extLst>
          </p:cNvPr>
          <p:cNvSpPr/>
          <p:nvPr/>
        </p:nvSpPr>
        <p:spPr>
          <a:xfrm>
            <a:off x="-2219765" y="-21102"/>
            <a:ext cx="6597748" cy="7101840"/>
          </a:xfrm>
          <a:prstGeom prst="flowChartConnector">
            <a:avLst/>
          </a:prstGeom>
          <a:solidFill>
            <a:schemeClr val="accent2">
              <a:lumMod val="75000"/>
            </a:schemeClr>
          </a:solidFill>
          <a:ln>
            <a:noFill/>
          </a:ln>
          <a:effectLst>
            <a:outerShdw blurRad="50800" dist="38100" algn="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M"/>
          </a:p>
        </p:txBody>
      </p:sp>
      <p:sp>
        <p:nvSpPr>
          <p:cNvPr id="14" name="Flowchart: Connector 13">
            <a:extLst>
              <a:ext uri="{FF2B5EF4-FFF2-40B4-BE49-F238E27FC236}">
                <a16:creationId xmlns:a16="http://schemas.microsoft.com/office/drawing/2014/main" id="{D227C222-9152-729A-DEC0-8D6A2BC3FAFE}"/>
              </a:ext>
            </a:extLst>
          </p:cNvPr>
          <p:cNvSpPr/>
          <p:nvPr/>
        </p:nvSpPr>
        <p:spPr>
          <a:xfrm>
            <a:off x="-2219765" y="24341"/>
            <a:ext cx="6597748" cy="6886136"/>
          </a:xfrm>
          <a:prstGeom prst="flowChartConnector">
            <a:avLst/>
          </a:prstGeom>
          <a:solidFill>
            <a:schemeClr val="accent2">
              <a:lumMod val="60000"/>
              <a:lumOff val="40000"/>
            </a:schemeClr>
          </a:solidFill>
          <a:ln>
            <a:noFill/>
          </a:ln>
          <a:effectLst>
            <a:outerShdw blurRad="50800" dist="38100" algn="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M"/>
          </a:p>
        </p:txBody>
      </p:sp>
      <p:sp>
        <p:nvSpPr>
          <p:cNvPr id="15" name="Flowchart: Connector 14">
            <a:extLst>
              <a:ext uri="{FF2B5EF4-FFF2-40B4-BE49-F238E27FC236}">
                <a16:creationId xmlns:a16="http://schemas.microsoft.com/office/drawing/2014/main" id="{55C7EE01-DBEC-137D-18BB-2888E38C29BB}"/>
              </a:ext>
            </a:extLst>
          </p:cNvPr>
          <p:cNvSpPr/>
          <p:nvPr/>
        </p:nvSpPr>
        <p:spPr>
          <a:xfrm>
            <a:off x="-2219765" y="36341"/>
            <a:ext cx="6597748" cy="6986954"/>
          </a:xfrm>
          <a:prstGeom prst="flowChartConnector">
            <a:avLst/>
          </a:prstGeom>
          <a:solidFill>
            <a:schemeClr val="accent2">
              <a:lumMod val="40000"/>
              <a:lumOff val="60000"/>
            </a:schemeClr>
          </a:solidFill>
          <a:ln>
            <a:noFill/>
          </a:ln>
          <a:effectLst>
            <a:outerShdw blurRad="50800" dist="38100" algn="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M"/>
          </a:p>
        </p:txBody>
      </p:sp>
      <p:sp>
        <p:nvSpPr>
          <p:cNvPr id="16" name="Flowchart: Connector 15">
            <a:extLst>
              <a:ext uri="{FF2B5EF4-FFF2-40B4-BE49-F238E27FC236}">
                <a16:creationId xmlns:a16="http://schemas.microsoft.com/office/drawing/2014/main" id="{31ED79AB-6BE0-41B2-CCC4-DD3CCEBBBDAB}"/>
              </a:ext>
            </a:extLst>
          </p:cNvPr>
          <p:cNvSpPr/>
          <p:nvPr/>
        </p:nvSpPr>
        <p:spPr>
          <a:xfrm>
            <a:off x="-2219765" y="-14068"/>
            <a:ext cx="6597748" cy="6979920"/>
          </a:xfrm>
          <a:prstGeom prst="flowChartConnector">
            <a:avLst/>
          </a:prstGeom>
          <a:solidFill>
            <a:schemeClr val="accent2">
              <a:lumMod val="20000"/>
              <a:lumOff val="80000"/>
            </a:schemeClr>
          </a:solidFill>
          <a:ln>
            <a:noFill/>
          </a:ln>
          <a:effectLst>
            <a:outerShdw blurRad="50800" dist="38100" algn="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M" dirty="0"/>
          </a:p>
        </p:txBody>
      </p:sp>
      <p:sp>
        <p:nvSpPr>
          <p:cNvPr id="17" name="TextBox 16">
            <a:extLst>
              <a:ext uri="{FF2B5EF4-FFF2-40B4-BE49-F238E27FC236}">
                <a16:creationId xmlns:a16="http://schemas.microsoft.com/office/drawing/2014/main" id="{9188C5F4-214D-9E0E-4F19-C663C404F6B8}"/>
              </a:ext>
            </a:extLst>
          </p:cNvPr>
          <p:cNvSpPr txBox="1"/>
          <p:nvPr/>
        </p:nvSpPr>
        <p:spPr>
          <a:xfrm>
            <a:off x="0" y="3144243"/>
            <a:ext cx="3030999" cy="646331"/>
          </a:xfrm>
          <a:prstGeom prst="rect">
            <a:avLst/>
          </a:prstGeom>
          <a:noFill/>
        </p:spPr>
        <p:txBody>
          <a:bodyPr wrap="square" rtlCol="0">
            <a:spAutoFit/>
          </a:bodyPr>
          <a:lstStyle/>
          <a:p>
            <a:r>
              <a:rPr lang="en-US" sz="3600" i="1" dirty="0">
                <a:latin typeface="+mj-lt"/>
              </a:rPr>
              <a:t>CONTENT</a:t>
            </a:r>
            <a:endParaRPr lang="en-IM" sz="3600" i="1" dirty="0">
              <a:latin typeface="+mj-lt"/>
            </a:endParaRPr>
          </a:p>
        </p:txBody>
      </p:sp>
    </p:spTree>
    <p:extLst>
      <p:ext uri="{BB962C8B-B14F-4D97-AF65-F5344CB8AC3E}">
        <p14:creationId xmlns:p14="http://schemas.microsoft.com/office/powerpoint/2010/main" val="37935813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5339C9D-ED01-08BF-1899-EEB565EDC905}"/>
            </a:ext>
          </a:extLst>
        </p:cNvPr>
        <p:cNvGrpSpPr/>
        <p:nvPr/>
      </p:nvGrpSpPr>
      <p:grpSpPr>
        <a:xfrm>
          <a:off x="0" y="0"/>
          <a:ext cx="0" cy="0"/>
          <a:chOff x="0" y="0"/>
          <a:chExt cx="0" cy="0"/>
        </a:xfrm>
      </p:grpSpPr>
      <p:sp>
        <p:nvSpPr>
          <p:cNvPr id="12" name="Flowchart: Connector 11">
            <a:extLst>
              <a:ext uri="{FF2B5EF4-FFF2-40B4-BE49-F238E27FC236}">
                <a16:creationId xmlns:a16="http://schemas.microsoft.com/office/drawing/2014/main" id="{B8204DBD-359F-3B91-E131-888269BD50DF}"/>
              </a:ext>
            </a:extLst>
          </p:cNvPr>
          <p:cNvSpPr/>
          <p:nvPr/>
        </p:nvSpPr>
        <p:spPr>
          <a:xfrm>
            <a:off x="5984633" y="24341"/>
            <a:ext cx="6597748" cy="6858000"/>
          </a:xfrm>
          <a:prstGeom prst="flowChartConnector">
            <a:avLst/>
          </a:prstGeom>
          <a:solidFill>
            <a:schemeClr val="accent2">
              <a:lumMod val="50000"/>
            </a:schemeClr>
          </a:solidFill>
          <a:ln>
            <a:noFill/>
          </a:ln>
          <a:effectLst>
            <a:outerShdw blurRad="50800" dist="38100" algn="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M"/>
          </a:p>
        </p:txBody>
      </p:sp>
      <p:sp>
        <p:nvSpPr>
          <p:cNvPr id="13" name="Flowchart: Connector 12">
            <a:extLst>
              <a:ext uri="{FF2B5EF4-FFF2-40B4-BE49-F238E27FC236}">
                <a16:creationId xmlns:a16="http://schemas.microsoft.com/office/drawing/2014/main" id="{CC3C6A81-E2B5-0580-BECE-701755068325}"/>
              </a:ext>
            </a:extLst>
          </p:cNvPr>
          <p:cNvSpPr/>
          <p:nvPr/>
        </p:nvSpPr>
        <p:spPr>
          <a:xfrm>
            <a:off x="3877995" y="-21102"/>
            <a:ext cx="6597748" cy="7101840"/>
          </a:xfrm>
          <a:prstGeom prst="flowChartConnector">
            <a:avLst/>
          </a:prstGeom>
          <a:solidFill>
            <a:schemeClr val="accent2">
              <a:lumMod val="75000"/>
            </a:schemeClr>
          </a:solidFill>
          <a:ln>
            <a:noFill/>
          </a:ln>
          <a:effectLst>
            <a:outerShdw blurRad="50800" dist="38100" algn="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M"/>
          </a:p>
        </p:txBody>
      </p:sp>
      <p:sp>
        <p:nvSpPr>
          <p:cNvPr id="14" name="Flowchart: Connector 13">
            <a:extLst>
              <a:ext uri="{FF2B5EF4-FFF2-40B4-BE49-F238E27FC236}">
                <a16:creationId xmlns:a16="http://schemas.microsoft.com/office/drawing/2014/main" id="{EE1C1660-BF64-C27B-506E-BEDBE59A7772}"/>
              </a:ext>
            </a:extLst>
          </p:cNvPr>
          <p:cNvSpPr/>
          <p:nvPr/>
        </p:nvSpPr>
        <p:spPr>
          <a:xfrm>
            <a:off x="2151186" y="24341"/>
            <a:ext cx="6597748" cy="6886136"/>
          </a:xfrm>
          <a:prstGeom prst="flowChartConnector">
            <a:avLst/>
          </a:prstGeom>
          <a:solidFill>
            <a:schemeClr val="accent2">
              <a:lumMod val="60000"/>
              <a:lumOff val="40000"/>
            </a:schemeClr>
          </a:solidFill>
          <a:ln>
            <a:noFill/>
          </a:ln>
          <a:effectLst>
            <a:outerShdw blurRad="50800" dist="38100" algn="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M"/>
          </a:p>
        </p:txBody>
      </p:sp>
      <p:sp>
        <p:nvSpPr>
          <p:cNvPr id="15" name="Flowchart: Connector 14">
            <a:extLst>
              <a:ext uri="{FF2B5EF4-FFF2-40B4-BE49-F238E27FC236}">
                <a16:creationId xmlns:a16="http://schemas.microsoft.com/office/drawing/2014/main" id="{E36BCD17-F59F-53C2-8BEF-88D3BA74DDAF}"/>
              </a:ext>
            </a:extLst>
          </p:cNvPr>
          <p:cNvSpPr/>
          <p:nvPr/>
        </p:nvSpPr>
        <p:spPr>
          <a:xfrm>
            <a:off x="44548" y="36341"/>
            <a:ext cx="6597748" cy="6986954"/>
          </a:xfrm>
          <a:prstGeom prst="flowChartConnector">
            <a:avLst/>
          </a:prstGeom>
          <a:solidFill>
            <a:schemeClr val="accent2">
              <a:lumMod val="40000"/>
              <a:lumOff val="60000"/>
            </a:schemeClr>
          </a:solidFill>
          <a:ln>
            <a:noFill/>
          </a:ln>
          <a:effectLst>
            <a:outerShdw blurRad="50800" dist="38100" algn="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M"/>
          </a:p>
        </p:txBody>
      </p:sp>
      <p:sp>
        <p:nvSpPr>
          <p:cNvPr id="16" name="Flowchart: Connector 15">
            <a:extLst>
              <a:ext uri="{FF2B5EF4-FFF2-40B4-BE49-F238E27FC236}">
                <a16:creationId xmlns:a16="http://schemas.microsoft.com/office/drawing/2014/main" id="{CA26AA67-01F8-E1CB-FCFB-826C0513261A}"/>
              </a:ext>
            </a:extLst>
          </p:cNvPr>
          <p:cNvSpPr/>
          <p:nvPr/>
        </p:nvSpPr>
        <p:spPr>
          <a:xfrm>
            <a:off x="-2219765" y="-14068"/>
            <a:ext cx="6597748" cy="6979920"/>
          </a:xfrm>
          <a:prstGeom prst="flowChartConnector">
            <a:avLst/>
          </a:prstGeom>
          <a:solidFill>
            <a:schemeClr val="accent2">
              <a:lumMod val="20000"/>
              <a:lumOff val="80000"/>
            </a:schemeClr>
          </a:solidFill>
          <a:ln>
            <a:noFill/>
          </a:ln>
          <a:effectLst>
            <a:outerShdw blurRad="50800" dist="38100" algn="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M" dirty="0"/>
          </a:p>
        </p:txBody>
      </p:sp>
      <p:sp>
        <p:nvSpPr>
          <p:cNvPr id="17" name="TextBox 16">
            <a:extLst>
              <a:ext uri="{FF2B5EF4-FFF2-40B4-BE49-F238E27FC236}">
                <a16:creationId xmlns:a16="http://schemas.microsoft.com/office/drawing/2014/main" id="{0957AAF4-18BB-7F71-C48D-468408AF0030}"/>
              </a:ext>
            </a:extLst>
          </p:cNvPr>
          <p:cNvSpPr txBox="1"/>
          <p:nvPr/>
        </p:nvSpPr>
        <p:spPr>
          <a:xfrm>
            <a:off x="0" y="3152726"/>
            <a:ext cx="3030999" cy="646331"/>
          </a:xfrm>
          <a:prstGeom prst="rect">
            <a:avLst/>
          </a:prstGeom>
          <a:noFill/>
        </p:spPr>
        <p:txBody>
          <a:bodyPr wrap="square" rtlCol="0">
            <a:spAutoFit/>
          </a:bodyPr>
          <a:lstStyle/>
          <a:p>
            <a:r>
              <a:rPr lang="en-US" sz="3600" i="1" dirty="0">
                <a:latin typeface="+mj-lt"/>
              </a:rPr>
              <a:t>CONTENT</a:t>
            </a:r>
            <a:endParaRPr lang="en-IM" sz="3600" i="1" dirty="0">
              <a:latin typeface="+mj-lt"/>
            </a:endParaRPr>
          </a:p>
        </p:txBody>
      </p:sp>
      <p:sp>
        <p:nvSpPr>
          <p:cNvPr id="19" name="TextBox 18">
            <a:extLst>
              <a:ext uri="{FF2B5EF4-FFF2-40B4-BE49-F238E27FC236}">
                <a16:creationId xmlns:a16="http://schemas.microsoft.com/office/drawing/2014/main" id="{C7EA5C26-41E9-0444-F418-590882D0F819}"/>
              </a:ext>
            </a:extLst>
          </p:cNvPr>
          <p:cNvSpPr txBox="1"/>
          <p:nvPr/>
        </p:nvSpPr>
        <p:spPr>
          <a:xfrm>
            <a:off x="4360105" y="3105834"/>
            <a:ext cx="2044505" cy="646331"/>
          </a:xfrm>
          <a:prstGeom prst="rect">
            <a:avLst/>
          </a:prstGeom>
          <a:noFill/>
        </p:spPr>
        <p:txBody>
          <a:bodyPr wrap="square" rtlCol="0">
            <a:spAutoFit/>
          </a:bodyPr>
          <a:lstStyle/>
          <a:p>
            <a:pPr algn="ctr"/>
            <a:r>
              <a:rPr lang="en-US" i="1" dirty="0">
                <a:latin typeface="+mj-lt"/>
              </a:rPr>
              <a:t>01</a:t>
            </a:r>
          </a:p>
          <a:p>
            <a:pPr algn="ctr"/>
            <a:r>
              <a:rPr lang="en-US" i="1" dirty="0">
                <a:latin typeface="+mj-lt"/>
              </a:rPr>
              <a:t>INTRODUCTION </a:t>
            </a:r>
            <a:endParaRPr lang="en-IM" i="1" dirty="0">
              <a:latin typeface="+mj-lt"/>
            </a:endParaRPr>
          </a:p>
        </p:txBody>
      </p:sp>
      <p:sp>
        <p:nvSpPr>
          <p:cNvPr id="20" name="TextBox 19">
            <a:extLst>
              <a:ext uri="{FF2B5EF4-FFF2-40B4-BE49-F238E27FC236}">
                <a16:creationId xmlns:a16="http://schemas.microsoft.com/office/drawing/2014/main" id="{B9244093-505B-32BF-2DF9-F0A4C390117B}"/>
              </a:ext>
            </a:extLst>
          </p:cNvPr>
          <p:cNvSpPr txBox="1"/>
          <p:nvPr/>
        </p:nvSpPr>
        <p:spPr>
          <a:xfrm>
            <a:off x="6874413" y="2967335"/>
            <a:ext cx="1617784" cy="923330"/>
          </a:xfrm>
          <a:prstGeom prst="rect">
            <a:avLst/>
          </a:prstGeom>
          <a:noFill/>
        </p:spPr>
        <p:txBody>
          <a:bodyPr wrap="square" rtlCol="0">
            <a:spAutoFit/>
          </a:bodyPr>
          <a:lstStyle/>
          <a:p>
            <a:pPr algn="ctr"/>
            <a:r>
              <a:rPr lang="en-US" i="1" dirty="0">
                <a:latin typeface="+mj-lt"/>
              </a:rPr>
              <a:t>02</a:t>
            </a:r>
          </a:p>
          <a:p>
            <a:pPr algn="ctr"/>
            <a:r>
              <a:rPr lang="en-US" i="1" dirty="0">
                <a:latin typeface="+mj-lt"/>
              </a:rPr>
              <a:t>KPI INSIGHTS </a:t>
            </a:r>
          </a:p>
        </p:txBody>
      </p:sp>
      <p:sp>
        <p:nvSpPr>
          <p:cNvPr id="21" name="TextBox 20">
            <a:extLst>
              <a:ext uri="{FF2B5EF4-FFF2-40B4-BE49-F238E27FC236}">
                <a16:creationId xmlns:a16="http://schemas.microsoft.com/office/drawing/2014/main" id="{47579984-CA0B-CE65-2327-91F9BFEA967F}"/>
              </a:ext>
            </a:extLst>
          </p:cNvPr>
          <p:cNvSpPr txBox="1"/>
          <p:nvPr/>
        </p:nvSpPr>
        <p:spPr>
          <a:xfrm>
            <a:off x="8773552" y="2974369"/>
            <a:ext cx="1675228" cy="923330"/>
          </a:xfrm>
          <a:prstGeom prst="rect">
            <a:avLst/>
          </a:prstGeom>
          <a:noFill/>
        </p:spPr>
        <p:txBody>
          <a:bodyPr wrap="square" rtlCol="0">
            <a:spAutoFit/>
          </a:bodyPr>
          <a:lstStyle/>
          <a:p>
            <a:pPr algn="ctr"/>
            <a:r>
              <a:rPr lang="en-US" i="1" dirty="0">
                <a:latin typeface="+mj-lt"/>
              </a:rPr>
              <a:t>03</a:t>
            </a:r>
          </a:p>
          <a:p>
            <a:pPr algn="ctr"/>
            <a:r>
              <a:rPr lang="en-US" i="1" dirty="0">
                <a:latin typeface="+mj-lt"/>
              </a:rPr>
              <a:t>DASHBOARD EXPLNATION </a:t>
            </a:r>
            <a:endParaRPr lang="en-IM" i="1" dirty="0">
              <a:latin typeface="+mj-lt"/>
            </a:endParaRPr>
          </a:p>
        </p:txBody>
      </p:sp>
      <p:sp>
        <p:nvSpPr>
          <p:cNvPr id="22" name="TextBox 21">
            <a:extLst>
              <a:ext uri="{FF2B5EF4-FFF2-40B4-BE49-F238E27FC236}">
                <a16:creationId xmlns:a16="http://schemas.microsoft.com/office/drawing/2014/main" id="{E7BDAFE3-2B1D-BDF3-B187-5400B82D8108}"/>
              </a:ext>
            </a:extLst>
          </p:cNvPr>
          <p:cNvSpPr txBox="1"/>
          <p:nvPr/>
        </p:nvSpPr>
        <p:spPr>
          <a:xfrm>
            <a:off x="10494500" y="2967335"/>
            <a:ext cx="1958927" cy="923330"/>
          </a:xfrm>
          <a:prstGeom prst="rect">
            <a:avLst/>
          </a:prstGeom>
          <a:noFill/>
        </p:spPr>
        <p:txBody>
          <a:bodyPr wrap="square" rtlCol="0">
            <a:spAutoFit/>
          </a:bodyPr>
          <a:lstStyle/>
          <a:p>
            <a:pPr algn="ctr"/>
            <a:r>
              <a:rPr lang="en-US" i="1" dirty="0">
                <a:latin typeface="+mj-lt"/>
              </a:rPr>
              <a:t>04</a:t>
            </a:r>
          </a:p>
          <a:p>
            <a:pPr algn="ctr"/>
            <a:r>
              <a:rPr lang="en-US" i="1" dirty="0">
                <a:latin typeface="+mj-lt"/>
              </a:rPr>
              <a:t>Recommendation and conclusion</a:t>
            </a:r>
            <a:endParaRPr lang="en-IM" i="1" dirty="0">
              <a:latin typeface="+mj-lt"/>
            </a:endParaRPr>
          </a:p>
        </p:txBody>
      </p:sp>
    </p:spTree>
    <p:extLst>
      <p:ext uri="{BB962C8B-B14F-4D97-AF65-F5344CB8AC3E}">
        <p14:creationId xmlns:p14="http://schemas.microsoft.com/office/powerpoint/2010/main" val="32426914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034E89-1952-5288-08A0-70A4A73BE39E}"/>
              </a:ext>
            </a:extLst>
          </p:cNvPr>
          <p:cNvSpPr>
            <a:spLocks noGrp="1"/>
          </p:cNvSpPr>
          <p:nvPr>
            <p:ph type="ctrTitle"/>
          </p:nvPr>
        </p:nvSpPr>
        <p:spPr>
          <a:xfrm>
            <a:off x="2785403" y="279436"/>
            <a:ext cx="6246055" cy="747504"/>
          </a:xfrm>
          <a:noFill/>
        </p:spPr>
        <p:txBody>
          <a:bodyPr anchor="b"/>
          <a:lstStyle/>
          <a:p>
            <a:r>
              <a:rPr lang="en-US" b="1" dirty="0">
                <a:solidFill>
                  <a:schemeClr val="bg1"/>
                </a:solidFill>
              </a:rPr>
              <a:t>Introduction</a:t>
            </a:r>
          </a:p>
        </p:txBody>
      </p:sp>
      <p:grpSp>
        <p:nvGrpSpPr>
          <p:cNvPr id="14" name="Group 13">
            <a:extLst>
              <a:ext uri="{FF2B5EF4-FFF2-40B4-BE49-F238E27FC236}">
                <a16:creationId xmlns:a16="http://schemas.microsoft.com/office/drawing/2014/main" id="{88067624-380C-1CCE-02B8-A5C801052D17}"/>
              </a:ext>
            </a:extLst>
          </p:cNvPr>
          <p:cNvGrpSpPr/>
          <p:nvPr/>
        </p:nvGrpSpPr>
        <p:grpSpPr>
          <a:xfrm>
            <a:off x="468923" y="1164953"/>
            <a:ext cx="11084462" cy="1314376"/>
            <a:chOff x="468923" y="1164953"/>
            <a:chExt cx="11084462" cy="1314376"/>
          </a:xfrm>
        </p:grpSpPr>
        <p:grpSp>
          <p:nvGrpSpPr>
            <p:cNvPr id="2" name="Group 1">
              <a:extLst>
                <a:ext uri="{FF2B5EF4-FFF2-40B4-BE49-F238E27FC236}">
                  <a16:creationId xmlns:a16="http://schemas.microsoft.com/office/drawing/2014/main" id="{9A55B16D-4668-8CF1-2F26-39DEF70A8594}"/>
                </a:ext>
              </a:extLst>
            </p:cNvPr>
            <p:cNvGrpSpPr/>
            <p:nvPr/>
          </p:nvGrpSpPr>
          <p:grpSpPr>
            <a:xfrm>
              <a:off x="468923" y="1164953"/>
              <a:ext cx="11084462" cy="1314376"/>
              <a:chOff x="468923" y="1164953"/>
              <a:chExt cx="11084462" cy="1314376"/>
            </a:xfrm>
          </p:grpSpPr>
          <p:sp>
            <p:nvSpPr>
              <p:cNvPr id="4" name="Rectangle 3">
                <a:extLst>
                  <a:ext uri="{FF2B5EF4-FFF2-40B4-BE49-F238E27FC236}">
                    <a16:creationId xmlns:a16="http://schemas.microsoft.com/office/drawing/2014/main" id="{5F7260B8-7C7A-CDD3-F283-01C2BCB4C952}"/>
                  </a:ext>
                </a:extLst>
              </p:cNvPr>
              <p:cNvSpPr/>
              <p:nvPr/>
            </p:nvSpPr>
            <p:spPr>
              <a:xfrm>
                <a:off x="468923" y="1164953"/>
                <a:ext cx="11084462" cy="1314376"/>
              </a:xfrm>
              <a:prstGeom prst="rect">
                <a:avLst/>
              </a:prstGeom>
              <a:solidFill>
                <a:schemeClr val="accent2">
                  <a:lumMod val="20000"/>
                  <a:lumOff val="80000"/>
                </a:schemeClr>
              </a:solidFill>
              <a:ln/>
              <a:effectLst>
                <a:innerShdw blurRad="114300">
                  <a:prstClr val="black"/>
                </a:innerShdw>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en-IM"/>
              </a:p>
            </p:txBody>
          </p:sp>
          <p:sp>
            <p:nvSpPr>
              <p:cNvPr id="5" name="TextBox 4">
                <a:extLst>
                  <a:ext uri="{FF2B5EF4-FFF2-40B4-BE49-F238E27FC236}">
                    <a16:creationId xmlns:a16="http://schemas.microsoft.com/office/drawing/2014/main" id="{B2FA41D2-0787-E131-A335-C28E6B3886E5}"/>
                  </a:ext>
                </a:extLst>
              </p:cNvPr>
              <p:cNvSpPr txBox="1"/>
              <p:nvPr/>
            </p:nvSpPr>
            <p:spPr>
              <a:xfrm>
                <a:off x="1539973" y="1219304"/>
                <a:ext cx="9112054" cy="1200329"/>
              </a:xfrm>
              <a:prstGeom prst="rect">
                <a:avLst/>
              </a:prstGeom>
              <a:noFill/>
            </p:spPr>
            <p:txBody>
              <a:bodyPr wrap="square" rtlCol="0">
                <a:spAutoFit/>
              </a:bodyPr>
              <a:lstStyle/>
              <a:p>
                <a:r>
                  <a:rPr lang="en-US" dirty="0"/>
                  <a:t> </a:t>
                </a:r>
              </a:p>
              <a:p>
                <a:r>
                  <a:rPr lang="en-US" i="1" dirty="0"/>
                  <a:t>    Welcome to the Adventure Work Cycles Data Analytics Project, where we analyze key performance metrics to enhance  business operations, customer satisfaction, and overall performance.</a:t>
                </a:r>
                <a:endParaRPr lang="en-IN" i="1" dirty="0"/>
              </a:p>
              <a:p>
                <a:endParaRPr lang="en-IM" dirty="0"/>
              </a:p>
            </p:txBody>
          </p:sp>
        </p:grpSp>
        <p:pic>
          <p:nvPicPr>
            <p:cNvPr id="7" name="Picture 6">
              <a:extLst>
                <a:ext uri="{FF2B5EF4-FFF2-40B4-BE49-F238E27FC236}">
                  <a16:creationId xmlns:a16="http://schemas.microsoft.com/office/drawing/2014/main" id="{7BAEA8E1-F0FB-C91C-D781-E123DAEC25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615" y="1602498"/>
              <a:ext cx="553330" cy="553330"/>
            </a:xfrm>
            <a:prstGeom prst="rect">
              <a:avLst/>
            </a:prstGeom>
          </p:spPr>
        </p:pic>
      </p:grpSp>
      <p:grpSp>
        <p:nvGrpSpPr>
          <p:cNvPr id="16" name="Group 15">
            <a:extLst>
              <a:ext uri="{FF2B5EF4-FFF2-40B4-BE49-F238E27FC236}">
                <a16:creationId xmlns:a16="http://schemas.microsoft.com/office/drawing/2014/main" id="{932CF767-D5A4-23B3-DA76-9C4DFFF67E5B}"/>
              </a:ext>
            </a:extLst>
          </p:cNvPr>
          <p:cNvGrpSpPr/>
          <p:nvPr/>
        </p:nvGrpSpPr>
        <p:grpSpPr>
          <a:xfrm>
            <a:off x="468922" y="2786733"/>
            <a:ext cx="11084462" cy="1506218"/>
            <a:chOff x="468922" y="2786733"/>
            <a:chExt cx="11084462" cy="1506218"/>
          </a:xfrm>
        </p:grpSpPr>
        <p:grpSp>
          <p:nvGrpSpPr>
            <p:cNvPr id="6" name="Group 5">
              <a:extLst>
                <a:ext uri="{FF2B5EF4-FFF2-40B4-BE49-F238E27FC236}">
                  <a16:creationId xmlns:a16="http://schemas.microsoft.com/office/drawing/2014/main" id="{04EE9F18-3064-7943-677F-A82F7DBF8FAA}"/>
                </a:ext>
              </a:extLst>
            </p:cNvPr>
            <p:cNvGrpSpPr/>
            <p:nvPr/>
          </p:nvGrpSpPr>
          <p:grpSpPr>
            <a:xfrm>
              <a:off x="468922" y="2786733"/>
              <a:ext cx="11084462" cy="1506218"/>
              <a:chOff x="468922" y="2786733"/>
              <a:chExt cx="11084462" cy="1506218"/>
            </a:xfrm>
          </p:grpSpPr>
          <p:sp>
            <p:nvSpPr>
              <p:cNvPr id="8" name="Rectangle 7">
                <a:extLst>
                  <a:ext uri="{FF2B5EF4-FFF2-40B4-BE49-F238E27FC236}">
                    <a16:creationId xmlns:a16="http://schemas.microsoft.com/office/drawing/2014/main" id="{B2C9B951-64C7-51DB-A6A4-0442DBA6AC1A}"/>
                  </a:ext>
                </a:extLst>
              </p:cNvPr>
              <p:cNvSpPr/>
              <p:nvPr/>
            </p:nvSpPr>
            <p:spPr>
              <a:xfrm>
                <a:off x="468922" y="2786733"/>
                <a:ext cx="11084462" cy="1314376"/>
              </a:xfrm>
              <a:prstGeom prst="rect">
                <a:avLst/>
              </a:prstGeom>
              <a:solidFill>
                <a:schemeClr val="accent2">
                  <a:lumMod val="20000"/>
                  <a:lumOff val="80000"/>
                </a:schemeClr>
              </a:solidFill>
              <a:ln/>
              <a:effectLst>
                <a:innerShdw blurRad="114300">
                  <a:prstClr val="black"/>
                </a:innerShdw>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en-IM"/>
              </a:p>
            </p:txBody>
          </p:sp>
          <p:sp>
            <p:nvSpPr>
              <p:cNvPr id="9" name="TextBox 8">
                <a:extLst>
                  <a:ext uri="{FF2B5EF4-FFF2-40B4-BE49-F238E27FC236}">
                    <a16:creationId xmlns:a16="http://schemas.microsoft.com/office/drawing/2014/main" id="{E8D535F8-4989-A17D-A14E-EE7A94FCF451}"/>
                  </a:ext>
                </a:extLst>
              </p:cNvPr>
              <p:cNvSpPr txBox="1"/>
              <p:nvPr/>
            </p:nvSpPr>
            <p:spPr>
              <a:xfrm>
                <a:off x="1567085" y="2815623"/>
                <a:ext cx="9112054" cy="1477328"/>
              </a:xfrm>
              <a:prstGeom prst="rect">
                <a:avLst/>
              </a:prstGeom>
              <a:noFill/>
            </p:spPr>
            <p:txBody>
              <a:bodyPr wrap="square" rtlCol="0">
                <a:spAutoFit/>
              </a:bodyPr>
              <a:lstStyle/>
              <a:p>
                <a:r>
                  <a:rPr lang="en-US" dirty="0"/>
                  <a:t> </a:t>
                </a:r>
              </a:p>
              <a:p>
                <a:r>
                  <a:rPr lang="en-US" i="1" dirty="0"/>
                  <a:t>    This study leverages the Adventure Work Cycles Dataset, providing critical insights into sales trends, customer preferences, product performance, and regional market dynamics.</a:t>
                </a:r>
                <a:endParaRPr lang="en-IN" i="1" dirty="0"/>
              </a:p>
              <a:p>
                <a:endParaRPr lang="en-IN" i="1" dirty="0"/>
              </a:p>
              <a:p>
                <a:endParaRPr lang="en-IM" dirty="0"/>
              </a:p>
            </p:txBody>
          </p:sp>
        </p:grpSp>
        <p:pic>
          <p:nvPicPr>
            <p:cNvPr id="11" name="Picture 10">
              <a:extLst>
                <a:ext uri="{FF2B5EF4-FFF2-40B4-BE49-F238E27FC236}">
                  <a16:creationId xmlns:a16="http://schemas.microsoft.com/office/drawing/2014/main" id="{220C7421-4C3A-2C7F-6DD8-D1B1FE1369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0069" y="3123027"/>
              <a:ext cx="521876" cy="521256"/>
            </a:xfrm>
            <a:prstGeom prst="rect">
              <a:avLst/>
            </a:prstGeom>
          </p:spPr>
        </p:pic>
      </p:grpSp>
      <p:grpSp>
        <p:nvGrpSpPr>
          <p:cNvPr id="17" name="Group 16">
            <a:extLst>
              <a:ext uri="{FF2B5EF4-FFF2-40B4-BE49-F238E27FC236}">
                <a16:creationId xmlns:a16="http://schemas.microsoft.com/office/drawing/2014/main" id="{314AE009-EF0B-93B8-2509-57CAE081E2F0}"/>
              </a:ext>
            </a:extLst>
          </p:cNvPr>
          <p:cNvGrpSpPr/>
          <p:nvPr/>
        </p:nvGrpSpPr>
        <p:grpSpPr>
          <a:xfrm>
            <a:off x="468922" y="4270240"/>
            <a:ext cx="11084462" cy="2308324"/>
            <a:chOff x="468922" y="4270240"/>
            <a:chExt cx="11084462" cy="2308324"/>
          </a:xfrm>
        </p:grpSpPr>
        <p:grpSp>
          <p:nvGrpSpPr>
            <p:cNvPr id="10" name="Group 9">
              <a:extLst>
                <a:ext uri="{FF2B5EF4-FFF2-40B4-BE49-F238E27FC236}">
                  <a16:creationId xmlns:a16="http://schemas.microsoft.com/office/drawing/2014/main" id="{66445E06-C66B-E52D-E6E0-3D886E708435}"/>
                </a:ext>
              </a:extLst>
            </p:cNvPr>
            <p:cNvGrpSpPr/>
            <p:nvPr/>
          </p:nvGrpSpPr>
          <p:grpSpPr>
            <a:xfrm>
              <a:off x="468922" y="4270240"/>
              <a:ext cx="11084462" cy="2308324"/>
              <a:chOff x="468922" y="4270240"/>
              <a:chExt cx="11084462" cy="2308324"/>
            </a:xfrm>
          </p:grpSpPr>
          <p:sp>
            <p:nvSpPr>
              <p:cNvPr id="12" name="Rectangle 11">
                <a:extLst>
                  <a:ext uri="{FF2B5EF4-FFF2-40B4-BE49-F238E27FC236}">
                    <a16:creationId xmlns:a16="http://schemas.microsoft.com/office/drawing/2014/main" id="{D58B7516-8E7D-7596-B3E5-7FE1CBD254AD}"/>
                  </a:ext>
                </a:extLst>
              </p:cNvPr>
              <p:cNvSpPr/>
              <p:nvPr/>
            </p:nvSpPr>
            <p:spPr>
              <a:xfrm>
                <a:off x="468922" y="4437403"/>
                <a:ext cx="11084462" cy="1314376"/>
              </a:xfrm>
              <a:prstGeom prst="rect">
                <a:avLst/>
              </a:prstGeom>
              <a:solidFill>
                <a:schemeClr val="accent2">
                  <a:lumMod val="20000"/>
                  <a:lumOff val="80000"/>
                </a:schemeClr>
              </a:solidFill>
              <a:ln/>
              <a:effectLst>
                <a:innerShdw blurRad="114300">
                  <a:prstClr val="black"/>
                </a:innerShdw>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en-IM"/>
              </a:p>
            </p:txBody>
          </p:sp>
          <p:sp>
            <p:nvSpPr>
              <p:cNvPr id="13" name="TextBox 12">
                <a:extLst>
                  <a:ext uri="{FF2B5EF4-FFF2-40B4-BE49-F238E27FC236}">
                    <a16:creationId xmlns:a16="http://schemas.microsoft.com/office/drawing/2014/main" id="{9B83E583-7E09-A87B-999B-18708181369B}"/>
                  </a:ext>
                </a:extLst>
              </p:cNvPr>
              <p:cNvSpPr txBox="1"/>
              <p:nvPr/>
            </p:nvSpPr>
            <p:spPr>
              <a:xfrm>
                <a:off x="1512861" y="4270240"/>
                <a:ext cx="9112054" cy="2308324"/>
              </a:xfrm>
              <a:prstGeom prst="rect">
                <a:avLst/>
              </a:prstGeom>
              <a:noFill/>
            </p:spPr>
            <p:txBody>
              <a:bodyPr wrap="square" rtlCol="0">
                <a:spAutoFit/>
              </a:bodyPr>
              <a:lstStyle/>
              <a:p>
                <a:r>
                  <a:rPr lang="en-US" dirty="0"/>
                  <a:t> </a:t>
                </a:r>
              </a:p>
              <a:p>
                <a:r>
                  <a:rPr lang="en-US" i="1" dirty="0"/>
                  <a:t> The dataset provides insights into product types, including bikes and accessories, regional sales performance across key markets, customer purchasing patterns and preferences, revenue metrics such as sales figures and profit margins, and inventory status with a focus on stock levels and supply chain efficiency.</a:t>
                </a:r>
                <a:endParaRPr lang="en-IN" i="1" dirty="0"/>
              </a:p>
              <a:p>
                <a:endParaRPr lang="en-IN" i="1" dirty="0"/>
              </a:p>
              <a:p>
                <a:endParaRPr lang="en-IN" i="1" dirty="0"/>
              </a:p>
              <a:p>
                <a:endParaRPr lang="en-IM" dirty="0"/>
              </a:p>
            </p:txBody>
          </p:sp>
        </p:grpSp>
        <p:pic>
          <p:nvPicPr>
            <p:cNvPr id="15" name="Picture 14">
              <a:extLst>
                <a:ext uri="{FF2B5EF4-FFF2-40B4-BE49-F238E27FC236}">
                  <a16:creationId xmlns:a16="http://schemas.microsoft.com/office/drawing/2014/main" id="{89ED6599-B683-8C2A-825F-F51C9A95B5C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7785" y="4841188"/>
              <a:ext cx="506805" cy="506805"/>
            </a:xfrm>
            <a:prstGeom prst="rect">
              <a:avLst/>
            </a:prstGeom>
          </p:spPr>
        </p:pic>
      </p:grpSp>
    </p:spTree>
    <p:extLst>
      <p:ext uri="{BB962C8B-B14F-4D97-AF65-F5344CB8AC3E}">
        <p14:creationId xmlns:p14="http://schemas.microsoft.com/office/powerpoint/2010/main" val="8210880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1000"/>
                                        <p:tgtEl>
                                          <p:spTgt spid="16"/>
                                        </p:tgtEl>
                                      </p:cBhvr>
                                    </p:animEffect>
                                    <p:anim calcmode="lin" valueType="num">
                                      <p:cBhvr>
                                        <p:cTn id="15" dur="1000" fill="hold"/>
                                        <p:tgtEl>
                                          <p:spTgt spid="16"/>
                                        </p:tgtEl>
                                        <p:attrNameLst>
                                          <p:attrName>ppt_x</p:attrName>
                                        </p:attrNameLst>
                                      </p:cBhvr>
                                      <p:tavLst>
                                        <p:tav tm="0">
                                          <p:val>
                                            <p:strVal val="#ppt_x"/>
                                          </p:val>
                                        </p:tav>
                                        <p:tav tm="100000">
                                          <p:val>
                                            <p:strVal val="#ppt_x"/>
                                          </p:val>
                                        </p:tav>
                                      </p:tavLst>
                                    </p:anim>
                                    <p:anim calcmode="lin" valueType="num">
                                      <p:cBhvr>
                                        <p:cTn id="1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1000"/>
                                        <p:tgtEl>
                                          <p:spTgt spid="17"/>
                                        </p:tgtEl>
                                      </p:cBhvr>
                                    </p:animEffect>
                                    <p:anim calcmode="lin" valueType="num">
                                      <p:cBhvr>
                                        <p:cTn id="22" dur="1000" fill="hold"/>
                                        <p:tgtEl>
                                          <p:spTgt spid="17"/>
                                        </p:tgtEl>
                                        <p:attrNameLst>
                                          <p:attrName>ppt_x</p:attrName>
                                        </p:attrNameLst>
                                      </p:cBhvr>
                                      <p:tavLst>
                                        <p:tav tm="0">
                                          <p:val>
                                            <p:strVal val="#ppt_x"/>
                                          </p:val>
                                        </p:tav>
                                        <p:tav tm="100000">
                                          <p:val>
                                            <p:strVal val="#ppt_x"/>
                                          </p:val>
                                        </p:tav>
                                      </p:tavLst>
                                    </p:anim>
                                    <p:anim calcmode="lin" valueType="num">
                                      <p:cBhvr>
                                        <p:cTn id="23"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2602523" y="138059"/>
            <a:ext cx="6583680" cy="892517"/>
          </a:xfrm>
          <a:noFill/>
        </p:spPr>
        <p:txBody>
          <a:bodyPr>
            <a:noAutofit/>
          </a:bodyPr>
          <a:lstStyle/>
          <a:p>
            <a:r>
              <a:rPr lang="en-US" sz="4000" b="1" dirty="0">
                <a:solidFill>
                  <a:schemeClr val="bg1"/>
                </a:solidFill>
              </a:rPr>
              <a:t>Problem statement</a:t>
            </a:r>
          </a:p>
        </p:txBody>
      </p:sp>
      <p:sp>
        <p:nvSpPr>
          <p:cNvPr id="15" name="TextBox 14">
            <a:extLst>
              <a:ext uri="{FF2B5EF4-FFF2-40B4-BE49-F238E27FC236}">
                <a16:creationId xmlns:a16="http://schemas.microsoft.com/office/drawing/2014/main" id="{107BF1C7-2631-8D20-409C-3B5F536D66AD}"/>
              </a:ext>
            </a:extLst>
          </p:cNvPr>
          <p:cNvSpPr txBox="1"/>
          <p:nvPr/>
        </p:nvSpPr>
        <p:spPr>
          <a:xfrm>
            <a:off x="900333" y="1582340"/>
            <a:ext cx="10860258" cy="3693319"/>
          </a:xfrm>
          <a:prstGeom prst="rect">
            <a:avLst/>
          </a:prstGeom>
          <a:noFill/>
        </p:spPr>
        <p:txBody>
          <a:bodyPr wrap="square">
            <a:spAutoFit/>
          </a:bodyPr>
          <a:lstStyle/>
          <a:p>
            <a:r>
              <a:rPr lang="en-US" i="1" dirty="0">
                <a:solidFill>
                  <a:schemeClr val="bg1"/>
                </a:solidFill>
              </a:rPr>
              <a:t>Adventure Works Cycle seeks to strengthen its business decision-making by harnessing the power of data analytics. Despite offering a wide range of products and operating across global markets, the company faces challenges in:</a:t>
            </a:r>
          </a:p>
          <a:p>
            <a:endParaRPr lang="en-US" i="1" dirty="0">
              <a:solidFill>
                <a:schemeClr val="bg1"/>
              </a:solidFill>
            </a:endParaRPr>
          </a:p>
          <a:p>
            <a:pPr marL="285750" indent="-285750">
              <a:buFont typeface="Arial" panose="020B0604020202020204" pitchFamily="34" charset="0"/>
              <a:buChar char="•"/>
            </a:pPr>
            <a:r>
              <a:rPr lang="en-US" i="1" dirty="0">
                <a:solidFill>
                  <a:schemeClr val="bg1"/>
                </a:solidFill>
              </a:rPr>
              <a:t>Analyzing sales performance across regions and product categories</a:t>
            </a:r>
          </a:p>
          <a:p>
            <a:endParaRPr lang="en-US" i="1" dirty="0">
              <a:solidFill>
                <a:schemeClr val="bg1"/>
              </a:solidFill>
            </a:endParaRPr>
          </a:p>
          <a:p>
            <a:pPr marL="285750" indent="-285750">
              <a:buFont typeface="Arial" panose="020B0604020202020204" pitchFamily="34" charset="0"/>
              <a:buChar char="•"/>
            </a:pPr>
            <a:r>
              <a:rPr lang="en-US" i="1" dirty="0">
                <a:solidFill>
                  <a:schemeClr val="bg1"/>
                </a:solidFill>
              </a:rPr>
              <a:t>Gaining insights into customer preferences, feedback, and satisfaction</a:t>
            </a:r>
          </a:p>
          <a:p>
            <a:endParaRPr lang="en-US" i="1" dirty="0">
              <a:solidFill>
                <a:schemeClr val="bg1"/>
              </a:solidFill>
            </a:endParaRPr>
          </a:p>
          <a:p>
            <a:pPr marL="285750" indent="-285750">
              <a:buFont typeface="Arial" panose="020B0604020202020204" pitchFamily="34" charset="0"/>
              <a:buChar char="•"/>
            </a:pPr>
            <a:r>
              <a:rPr lang="en-US" i="1" dirty="0">
                <a:solidFill>
                  <a:schemeClr val="bg1"/>
                </a:solidFill>
              </a:rPr>
              <a:t>Optimizing product availability across online and in-store channels.</a:t>
            </a:r>
          </a:p>
          <a:p>
            <a:endParaRPr lang="en-US" i="1" dirty="0">
              <a:solidFill>
                <a:schemeClr val="bg1"/>
              </a:solidFill>
            </a:endParaRPr>
          </a:p>
          <a:p>
            <a:r>
              <a:rPr lang="en-US" i="1" dirty="0">
                <a:solidFill>
                  <a:schemeClr val="bg1"/>
                </a:solidFill>
              </a:rPr>
              <a:t>To address these challenges, this project utilizes tools such as </a:t>
            </a:r>
            <a:r>
              <a:rPr lang="en-US" b="1" i="1" dirty="0">
                <a:solidFill>
                  <a:schemeClr val="bg1"/>
                </a:solidFill>
              </a:rPr>
              <a:t>Excel, Tableau, Power BI, and SQL</a:t>
            </a:r>
            <a:r>
              <a:rPr lang="en-US" i="1" dirty="0">
                <a:solidFill>
                  <a:schemeClr val="bg1"/>
                </a:solidFill>
              </a:rPr>
              <a:t> to uncover actionable insights. The goal is to enhance customer experience, improve sales performance, and enable smarter, data-driven strategies for sustainable growth.</a:t>
            </a:r>
          </a:p>
          <a:p>
            <a:pPr>
              <a:buNone/>
            </a:pPr>
            <a:endParaRPr lang="en-US" i="1" dirty="0"/>
          </a:p>
        </p:txBody>
      </p:sp>
    </p:spTree>
    <p:extLst>
      <p:ext uri="{BB962C8B-B14F-4D97-AF65-F5344CB8AC3E}">
        <p14:creationId xmlns:p14="http://schemas.microsoft.com/office/powerpoint/2010/main" val="42420392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407963" y="253013"/>
            <a:ext cx="10960395" cy="731725"/>
          </a:xfrm>
          <a:noFill/>
        </p:spPr>
        <p:txBody>
          <a:bodyPr/>
          <a:lstStyle/>
          <a:p>
            <a:pPr algn="ctr"/>
            <a:r>
              <a:rPr lang="en-US" b="1" dirty="0">
                <a:solidFill>
                  <a:schemeClr val="bg1"/>
                </a:solidFill>
              </a:rPr>
              <a:t>Key metrics and business insights </a:t>
            </a:r>
          </a:p>
        </p:txBody>
      </p:sp>
      <p:grpSp>
        <p:nvGrpSpPr>
          <p:cNvPr id="5" name="content2">
            <a:extLst>
              <a:ext uri="{FF2B5EF4-FFF2-40B4-BE49-F238E27FC236}">
                <a16:creationId xmlns:a16="http://schemas.microsoft.com/office/drawing/2014/main" id="{142D4690-8518-A596-0286-19F4DC970CD8}"/>
              </a:ext>
            </a:extLst>
          </p:cNvPr>
          <p:cNvGrpSpPr/>
          <p:nvPr/>
        </p:nvGrpSpPr>
        <p:grpSpPr>
          <a:xfrm>
            <a:off x="3545056" y="2968488"/>
            <a:ext cx="2145323" cy="2320964"/>
            <a:chOff x="3545056" y="2968488"/>
            <a:chExt cx="2145323" cy="2320964"/>
          </a:xfrm>
        </p:grpSpPr>
        <p:sp>
          <p:nvSpPr>
            <p:cNvPr id="40" name="Rectangle: Rounded Corners 39">
              <a:extLst>
                <a:ext uri="{FF2B5EF4-FFF2-40B4-BE49-F238E27FC236}">
                  <a16:creationId xmlns:a16="http://schemas.microsoft.com/office/drawing/2014/main" id="{38217B72-6261-55C1-A953-353D5294BBAB}"/>
                </a:ext>
              </a:extLst>
            </p:cNvPr>
            <p:cNvSpPr/>
            <p:nvPr/>
          </p:nvSpPr>
          <p:spPr>
            <a:xfrm>
              <a:off x="3545056" y="2968488"/>
              <a:ext cx="2145323" cy="2320964"/>
            </a:xfrm>
            <a:prstGeom prst="roundRect">
              <a:avLst/>
            </a:prstGeom>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M"/>
            </a:p>
          </p:txBody>
        </p:sp>
        <p:sp>
          <p:nvSpPr>
            <p:cNvPr id="44" name="TextBox 43">
              <a:extLst>
                <a:ext uri="{FF2B5EF4-FFF2-40B4-BE49-F238E27FC236}">
                  <a16:creationId xmlns:a16="http://schemas.microsoft.com/office/drawing/2014/main" id="{5BAEEC42-7AC4-72C8-2B91-457E2D17840B}"/>
                </a:ext>
              </a:extLst>
            </p:cNvPr>
            <p:cNvSpPr txBox="1"/>
            <p:nvPr/>
          </p:nvSpPr>
          <p:spPr>
            <a:xfrm>
              <a:off x="3650565" y="3105834"/>
              <a:ext cx="2039814" cy="2031325"/>
            </a:xfrm>
            <a:prstGeom prst="rect">
              <a:avLst/>
            </a:prstGeom>
            <a:noFill/>
          </p:spPr>
          <p:txBody>
            <a:bodyPr wrap="square" rtlCol="0">
              <a:spAutoFit/>
            </a:bodyPr>
            <a:lstStyle/>
            <a:p>
              <a:r>
                <a:rPr lang="en-US" dirty="0"/>
                <a:t>The company has achieved a </a:t>
              </a:r>
              <a:r>
                <a:rPr lang="en-US" b="1" dirty="0"/>
                <a:t>healthy profit</a:t>
              </a:r>
              <a:r>
                <a:rPr lang="en-US" dirty="0"/>
                <a:t>, indicating effective pricing strategies and cost management across most product lines.</a:t>
              </a:r>
              <a:endParaRPr lang="en-IM" dirty="0"/>
            </a:p>
          </p:txBody>
        </p:sp>
      </p:grpSp>
      <p:grpSp>
        <p:nvGrpSpPr>
          <p:cNvPr id="6" name="content3">
            <a:extLst>
              <a:ext uri="{FF2B5EF4-FFF2-40B4-BE49-F238E27FC236}">
                <a16:creationId xmlns:a16="http://schemas.microsoft.com/office/drawing/2014/main" id="{8CA3097B-BC7F-2ACD-5030-CDD92173B6CE}"/>
              </a:ext>
            </a:extLst>
          </p:cNvPr>
          <p:cNvGrpSpPr/>
          <p:nvPr/>
        </p:nvGrpSpPr>
        <p:grpSpPr>
          <a:xfrm>
            <a:off x="6661047" y="4152757"/>
            <a:ext cx="2160566" cy="2031325"/>
            <a:chOff x="6661047" y="4152757"/>
            <a:chExt cx="2160566" cy="2031325"/>
          </a:xfrm>
        </p:grpSpPr>
        <p:sp>
          <p:nvSpPr>
            <p:cNvPr id="41" name="Rectangle: Rounded Corners 40">
              <a:extLst>
                <a:ext uri="{FF2B5EF4-FFF2-40B4-BE49-F238E27FC236}">
                  <a16:creationId xmlns:a16="http://schemas.microsoft.com/office/drawing/2014/main" id="{537484CD-2136-49CC-B9F0-B38157F84710}"/>
                </a:ext>
              </a:extLst>
            </p:cNvPr>
            <p:cNvSpPr/>
            <p:nvPr/>
          </p:nvSpPr>
          <p:spPr>
            <a:xfrm>
              <a:off x="6661047" y="4152757"/>
              <a:ext cx="2160566" cy="2031325"/>
            </a:xfrm>
            <a:prstGeom prst="roundRect">
              <a:avLst/>
            </a:prstGeom>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M"/>
            </a:p>
          </p:txBody>
        </p:sp>
        <p:sp>
          <p:nvSpPr>
            <p:cNvPr id="45" name="TextBox 44">
              <a:extLst>
                <a:ext uri="{FF2B5EF4-FFF2-40B4-BE49-F238E27FC236}">
                  <a16:creationId xmlns:a16="http://schemas.microsoft.com/office/drawing/2014/main" id="{0A3510D9-4C0D-8E03-6A61-C9891192D8F9}"/>
                </a:ext>
              </a:extLst>
            </p:cNvPr>
            <p:cNvSpPr txBox="1"/>
            <p:nvPr/>
          </p:nvSpPr>
          <p:spPr>
            <a:xfrm>
              <a:off x="6899028" y="4260943"/>
              <a:ext cx="1907346" cy="1754326"/>
            </a:xfrm>
            <a:prstGeom prst="rect">
              <a:avLst/>
            </a:prstGeom>
            <a:noFill/>
          </p:spPr>
          <p:txBody>
            <a:bodyPr wrap="square" rtlCol="0">
              <a:spAutoFit/>
            </a:bodyPr>
            <a:lstStyle/>
            <a:p>
              <a:r>
                <a:rPr lang="en-US" dirty="0"/>
                <a:t>Costs are well-managed relative to revenue, indicating an efficient </a:t>
              </a:r>
              <a:r>
                <a:rPr lang="en-US" b="1" dirty="0"/>
                <a:t>supply chain and production process</a:t>
              </a:r>
              <a:r>
                <a:rPr lang="en-US" dirty="0"/>
                <a:t>.</a:t>
              </a:r>
              <a:endParaRPr lang="en-IM" dirty="0"/>
            </a:p>
          </p:txBody>
        </p:sp>
      </p:grpSp>
      <p:grpSp>
        <p:nvGrpSpPr>
          <p:cNvPr id="7" name="content4">
            <a:extLst>
              <a:ext uri="{FF2B5EF4-FFF2-40B4-BE49-F238E27FC236}">
                <a16:creationId xmlns:a16="http://schemas.microsoft.com/office/drawing/2014/main" id="{1DC07A58-D8FE-F068-AEB9-AED09F5F279E}"/>
              </a:ext>
            </a:extLst>
          </p:cNvPr>
          <p:cNvGrpSpPr/>
          <p:nvPr/>
        </p:nvGrpSpPr>
        <p:grpSpPr>
          <a:xfrm>
            <a:off x="9659815" y="2947727"/>
            <a:ext cx="2124222" cy="3067541"/>
            <a:chOff x="9659815" y="2947727"/>
            <a:chExt cx="2124222" cy="3067541"/>
          </a:xfrm>
        </p:grpSpPr>
        <p:sp>
          <p:nvSpPr>
            <p:cNvPr id="42" name="Rectangle: Rounded Corners 41">
              <a:extLst>
                <a:ext uri="{FF2B5EF4-FFF2-40B4-BE49-F238E27FC236}">
                  <a16:creationId xmlns:a16="http://schemas.microsoft.com/office/drawing/2014/main" id="{315A308C-E94D-1663-7235-0D6F48874DF7}"/>
                </a:ext>
              </a:extLst>
            </p:cNvPr>
            <p:cNvSpPr/>
            <p:nvPr/>
          </p:nvSpPr>
          <p:spPr>
            <a:xfrm>
              <a:off x="9659815" y="2947727"/>
              <a:ext cx="2124222" cy="3067541"/>
            </a:xfrm>
            <a:prstGeom prst="roundRect">
              <a:avLst/>
            </a:prstGeom>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M"/>
            </a:p>
          </p:txBody>
        </p:sp>
        <p:sp>
          <p:nvSpPr>
            <p:cNvPr id="46" name="TextBox 45">
              <a:extLst>
                <a:ext uri="{FF2B5EF4-FFF2-40B4-BE49-F238E27FC236}">
                  <a16:creationId xmlns:a16="http://schemas.microsoft.com/office/drawing/2014/main" id="{57297E73-DAE9-FBD2-2639-0FCAC98E338C}"/>
                </a:ext>
              </a:extLst>
            </p:cNvPr>
            <p:cNvSpPr txBox="1"/>
            <p:nvPr/>
          </p:nvSpPr>
          <p:spPr>
            <a:xfrm>
              <a:off x="9846206" y="3105834"/>
              <a:ext cx="1797154" cy="2585323"/>
            </a:xfrm>
            <a:prstGeom prst="rect">
              <a:avLst/>
            </a:prstGeom>
            <a:noFill/>
          </p:spPr>
          <p:txBody>
            <a:bodyPr wrap="square" rtlCol="0">
              <a:spAutoFit/>
            </a:bodyPr>
            <a:lstStyle/>
            <a:p>
              <a:r>
                <a:rPr lang="en-US" dirty="0"/>
                <a:t>A robust and balanced customer base, with </a:t>
              </a:r>
              <a:r>
                <a:rPr lang="en-US" b="1" dirty="0"/>
                <a:t>9,351 male and 9,133 female customers</a:t>
              </a:r>
              <a:r>
                <a:rPr lang="en-US" dirty="0"/>
                <a:t>, highlights </a:t>
              </a:r>
              <a:r>
                <a:rPr lang="en-US" b="1" dirty="0"/>
                <a:t>broad brand appeal</a:t>
              </a:r>
              <a:r>
                <a:rPr lang="en-US" dirty="0"/>
                <a:t> and </a:t>
              </a:r>
              <a:r>
                <a:rPr lang="en-US" b="1" dirty="0"/>
                <a:t>strong engagement</a:t>
              </a:r>
              <a:r>
                <a:rPr lang="en-US" dirty="0"/>
                <a:t>.</a:t>
              </a:r>
              <a:endParaRPr lang="en-IM" dirty="0"/>
            </a:p>
          </p:txBody>
        </p:sp>
      </p:grpSp>
      <p:grpSp>
        <p:nvGrpSpPr>
          <p:cNvPr id="4" name="content1">
            <a:extLst>
              <a:ext uri="{FF2B5EF4-FFF2-40B4-BE49-F238E27FC236}">
                <a16:creationId xmlns:a16="http://schemas.microsoft.com/office/drawing/2014/main" id="{88BBE23B-D1A2-E8C4-AD9A-20B3EB8BA822}"/>
              </a:ext>
            </a:extLst>
          </p:cNvPr>
          <p:cNvGrpSpPr/>
          <p:nvPr/>
        </p:nvGrpSpPr>
        <p:grpSpPr>
          <a:xfrm>
            <a:off x="407963" y="4152757"/>
            <a:ext cx="2124222" cy="2239553"/>
            <a:chOff x="407963" y="4152757"/>
            <a:chExt cx="2124222" cy="2239553"/>
          </a:xfrm>
          <a:effectLst>
            <a:outerShdw blurRad="50800" dist="38100" dir="2700000" algn="tl" rotWithShape="0">
              <a:prstClr val="black">
                <a:alpha val="40000"/>
              </a:prstClr>
            </a:outerShdw>
          </a:effectLst>
        </p:grpSpPr>
        <p:sp>
          <p:nvSpPr>
            <p:cNvPr id="39" name="Rectangle: Rounded Corners 38">
              <a:extLst>
                <a:ext uri="{FF2B5EF4-FFF2-40B4-BE49-F238E27FC236}">
                  <a16:creationId xmlns:a16="http://schemas.microsoft.com/office/drawing/2014/main" id="{8395A4ED-1C5B-1345-BC3E-5EBB265B634A}"/>
                </a:ext>
              </a:extLst>
            </p:cNvPr>
            <p:cNvSpPr/>
            <p:nvPr/>
          </p:nvSpPr>
          <p:spPr>
            <a:xfrm>
              <a:off x="407963" y="4152757"/>
              <a:ext cx="2124222" cy="1927069"/>
            </a:xfrm>
            <a:prstGeom prst="round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M"/>
            </a:p>
          </p:txBody>
        </p:sp>
        <p:sp>
          <p:nvSpPr>
            <p:cNvPr id="43" name="TextBox 42">
              <a:extLst>
                <a:ext uri="{FF2B5EF4-FFF2-40B4-BE49-F238E27FC236}">
                  <a16:creationId xmlns:a16="http://schemas.microsoft.com/office/drawing/2014/main" id="{38C9DE1E-A89D-EC0C-7F56-B6E8C40264E5}"/>
                </a:ext>
              </a:extLst>
            </p:cNvPr>
            <p:cNvSpPr txBox="1"/>
            <p:nvPr/>
          </p:nvSpPr>
          <p:spPr>
            <a:xfrm>
              <a:off x="548640" y="4360985"/>
              <a:ext cx="1814732" cy="2031325"/>
            </a:xfrm>
            <a:prstGeom prst="rect">
              <a:avLst/>
            </a:prstGeom>
            <a:noFill/>
          </p:spPr>
          <p:txBody>
            <a:bodyPr wrap="square" rtlCol="0">
              <a:spAutoFit/>
            </a:bodyPr>
            <a:lstStyle/>
            <a:p>
              <a:r>
                <a:rPr lang="en-US" dirty="0"/>
                <a:t>Sales performance is strong, indicating high product demand and good </a:t>
              </a:r>
              <a:r>
                <a:rPr lang="en-US" b="1" dirty="0"/>
                <a:t>market penetration</a:t>
              </a:r>
              <a:r>
                <a:rPr lang="en-US" dirty="0"/>
                <a:t>.</a:t>
              </a:r>
            </a:p>
            <a:p>
              <a:br>
                <a:rPr lang="en-US" dirty="0"/>
              </a:br>
              <a:endParaRPr lang="en-IM" dirty="0"/>
            </a:p>
          </p:txBody>
        </p:sp>
      </p:grpSp>
      <p:grpSp>
        <p:nvGrpSpPr>
          <p:cNvPr id="8" name="total sales">
            <a:extLst>
              <a:ext uri="{FF2B5EF4-FFF2-40B4-BE49-F238E27FC236}">
                <a16:creationId xmlns:a16="http://schemas.microsoft.com/office/drawing/2014/main" id="{C09926DE-54BA-9AC0-D109-CAC4267F2B11}"/>
              </a:ext>
            </a:extLst>
          </p:cNvPr>
          <p:cNvGrpSpPr/>
          <p:nvPr/>
        </p:nvGrpSpPr>
        <p:grpSpPr>
          <a:xfrm>
            <a:off x="365760" y="2894887"/>
            <a:ext cx="2208628" cy="1153756"/>
            <a:chOff x="365760" y="2894887"/>
            <a:chExt cx="2208628" cy="1153756"/>
          </a:xfrm>
        </p:grpSpPr>
        <p:sp>
          <p:nvSpPr>
            <p:cNvPr id="10" name="Rectangle 9">
              <a:extLst>
                <a:ext uri="{FF2B5EF4-FFF2-40B4-BE49-F238E27FC236}">
                  <a16:creationId xmlns:a16="http://schemas.microsoft.com/office/drawing/2014/main" id="{307F6738-F614-79E1-C435-6CB619B5D415}"/>
                </a:ext>
              </a:extLst>
            </p:cNvPr>
            <p:cNvSpPr/>
            <p:nvPr/>
          </p:nvSpPr>
          <p:spPr>
            <a:xfrm>
              <a:off x="365760" y="2894887"/>
              <a:ext cx="2208628" cy="1153756"/>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M"/>
            </a:p>
          </p:txBody>
        </p:sp>
        <p:sp>
          <p:nvSpPr>
            <p:cNvPr id="21" name="Speech Bubble: Rectangle with Corners Rounded 20">
              <a:extLst>
                <a:ext uri="{FF2B5EF4-FFF2-40B4-BE49-F238E27FC236}">
                  <a16:creationId xmlns:a16="http://schemas.microsoft.com/office/drawing/2014/main" id="{8CD7AB1B-DD3B-3586-80C5-48825383399C}"/>
                </a:ext>
              </a:extLst>
            </p:cNvPr>
            <p:cNvSpPr/>
            <p:nvPr/>
          </p:nvSpPr>
          <p:spPr>
            <a:xfrm>
              <a:off x="478301" y="3032981"/>
              <a:ext cx="1955409" cy="844062"/>
            </a:xfrm>
            <a:prstGeom prst="wedgeRoundRectCallou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2"/>
            </a:lnRef>
            <a:fillRef idx="1">
              <a:schemeClr val="lt1"/>
            </a:fillRef>
            <a:effectRef idx="0">
              <a:schemeClr val="accent2"/>
            </a:effectRef>
            <a:fontRef idx="minor">
              <a:schemeClr val="dk1"/>
            </a:fontRef>
          </p:style>
          <p:txBody>
            <a:bodyPr rtlCol="0" anchor="ctr"/>
            <a:lstStyle/>
            <a:p>
              <a:pPr algn="ctr"/>
              <a:endParaRPr lang="en-IM"/>
            </a:p>
          </p:txBody>
        </p:sp>
        <p:sp>
          <p:nvSpPr>
            <p:cNvPr id="26" name="TextBox 25">
              <a:extLst>
                <a:ext uri="{FF2B5EF4-FFF2-40B4-BE49-F238E27FC236}">
                  <a16:creationId xmlns:a16="http://schemas.microsoft.com/office/drawing/2014/main" id="{1429761B-005D-33CF-5FB1-352E07809882}"/>
                </a:ext>
              </a:extLst>
            </p:cNvPr>
            <p:cNvSpPr txBox="1"/>
            <p:nvPr/>
          </p:nvSpPr>
          <p:spPr>
            <a:xfrm>
              <a:off x="548640" y="3148599"/>
              <a:ext cx="1702191" cy="646331"/>
            </a:xfrm>
            <a:prstGeom prst="rect">
              <a:avLst/>
            </a:prstGeom>
            <a:noFill/>
          </p:spPr>
          <p:txBody>
            <a:bodyPr wrap="square" rtlCol="0">
              <a:spAutoFit/>
            </a:bodyPr>
            <a:lstStyle/>
            <a:p>
              <a:pPr algn="ctr"/>
              <a:r>
                <a:rPr lang="en-US" dirty="0"/>
                <a:t>TOTAL SALES</a:t>
              </a:r>
            </a:p>
            <a:p>
              <a:pPr algn="ctr"/>
              <a:r>
                <a:rPr lang="en-US" dirty="0">
                  <a:solidFill>
                    <a:srgbClr val="000000"/>
                  </a:solidFill>
                </a:rPr>
                <a:t>$</a:t>
              </a:r>
              <a:r>
                <a:rPr lang="en-IM" dirty="0">
                  <a:solidFill>
                    <a:srgbClr val="000000"/>
                  </a:solidFill>
                </a:rPr>
                <a:t>29</a:t>
              </a:r>
              <a:r>
                <a:rPr lang="en-US" dirty="0">
                  <a:solidFill>
                    <a:srgbClr val="000000"/>
                  </a:solidFill>
                </a:rPr>
                <a:t>.</a:t>
              </a:r>
              <a:r>
                <a:rPr lang="en-IM" dirty="0">
                  <a:solidFill>
                    <a:srgbClr val="000000"/>
                  </a:solidFill>
                </a:rPr>
                <a:t>35</a:t>
              </a:r>
              <a:r>
                <a:rPr lang="en-US" dirty="0">
                  <a:solidFill>
                    <a:srgbClr val="000000"/>
                  </a:solidFill>
                </a:rPr>
                <a:t> million</a:t>
              </a:r>
              <a:r>
                <a:rPr lang="en-US" dirty="0"/>
                <a:t> </a:t>
              </a:r>
              <a:endParaRPr lang="en-IM" dirty="0"/>
            </a:p>
          </p:txBody>
        </p:sp>
      </p:grpSp>
      <p:grpSp>
        <p:nvGrpSpPr>
          <p:cNvPr id="9" name="total profit">
            <a:extLst>
              <a:ext uri="{FF2B5EF4-FFF2-40B4-BE49-F238E27FC236}">
                <a16:creationId xmlns:a16="http://schemas.microsoft.com/office/drawing/2014/main" id="{63495AF9-A384-1A22-5260-DF670072821B}"/>
              </a:ext>
            </a:extLst>
          </p:cNvPr>
          <p:cNvGrpSpPr/>
          <p:nvPr/>
        </p:nvGrpSpPr>
        <p:grpSpPr>
          <a:xfrm>
            <a:off x="3500510" y="1702191"/>
            <a:ext cx="2208628" cy="1153756"/>
            <a:chOff x="3500510" y="1702191"/>
            <a:chExt cx="2208628" cy="1153756"/>
          </a:xfrm>
        </p:grpSpPr>
        <p:sp>
          <p:nvSpPr>
            <p:cNvPr id="14" name="Rectangle 13">
              <a:extLst>
                <a:ext uri="{FF2B5EF4-FFF2-40B4-BE49-F238E27FC236}">
                  <a16:creationId xmlns:a16="http://schemas.microsoft.com/office/drawing/2014/main" id="{E979081F-D453-8D52-9D62-1A6E6945C0ED}"/>
                </a:ext>
              </a:extLst>
            </p:cNvPr>
            <p:cNvSpPr/>
            <p:nvPr/>
          </p:nvSpPr>
          <p:spPr>
            <a:xfrm>
              <a:off x="3500510" y="1702191"/>
              <a:ext cx="2208628" cy="1153756"/>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M"/>
            </a:p>
          </p:txBody>
        </p:sp>
        <p:sp>
          <p:nvSpPr>
            <p:cNvPr id="25" name="Speech Bubble: Rectangle with Corners Rounded 24">
              <a:extLst>
                <a:ext uri="{FF2B5EF4-FFF2-40B4-BE49-F238E27FC236}">
                  <a16:creationId xmlns:a16="http://schemas.microsoft.com/office/drawing/2014/main" id="{CF6AAE0D-5A21-3F42-C9D2-4B1D0A127250}"/>
                </a:ext>
              </a:extLst>
            </p:cNvPr>
            <p:cNvSpPr/>
            <p:nvPr/>
          </p:nvSpPr>
          <p:spPr>
            <a:xfrm>
              <a:off x="3650565" y="1814732"/>
              <a:ext cx="1955409" cy="844062"/>
            </a:xfrm>
            <a:prstGeom prst="wedgeRoundRectCallou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2"/>
            </a:lnRef>
            <a:fillRef idx="1">
              <a:schemeClr val="lt1"/>
            </a:fillRef>
            <a:effectRef idx="0">
              <a:schemeClr val="accent2"/>
            </a:effectRef>
            <a:fontRef idx="minor">
              <a:schemeClr val="dk1"/>
            </a:fontRef>
          </p:style>
          <p:txBody>
            <a:bodyPr rtlCol="0" anchor="ctr"/>
            <a:lstStyle/>
            <a:p>
              <a:pPr algn="ctr"/>
              <a:endParaRPr lang="en-IM"/>
            </a:p>
          </p:txBody>
        </p:sp>
        <p:sp>
          <p:nvSpPr>
            <p:cNvPr id="27" name="TextBox 26">
              <a:extLst>
                <a:ext uri="{FF2B5EF4-FFF2-40B4-BE49-F238E27FC236}">
                  <a16:creationId xmlns:a16="http://schemas.microsoft.com/office/drawing/2014/main" id="{96986E77-FCD7-EECF-93C8-EAF1FD369DAA}"/>
                </a:ext>
              </a:extLst>
            </p:cNvPr>
            <p:cNvSpPr txBox="1"/>
            <p:nvPr/>
          </p:nvSpPr>
          <p:spPr>
            <a:xfrm>
              <a:off x="3784209" y="1927274"/>
              <a:ext cx="1702191" cy="923330"/>
            </a:xfrm>
            <a:prstGeom prst="rect">
              <a:avLst/>
            </a:prstGeom>
            <a:noFill/>
          </p:spPr>
          <p:txBody>
            <a:bodyPr wrap="square" rtlCol="0">
              <a:spAutoFit/>
            </a:bodyPr>
            <a:lstStyle/>
            <a:p>
              <a:pPr algn="ctr"/>
              <a:r>
                <a:rPr lang="en-US" dirty="0"/>
                <a:t>TOTAL PROFIT</a:t>
              </a:r>
            </a:p>
            <a:p>
              <a:pPr algn="ctr"/>
              <a:r>
                <a:rPr lang="en-US" dirty="0">
                  <a:solidFill>
                    <a:srgbClr val="000000"/>
                  </a:solidFill>
                </a:rPr>
                <a:t>$</a:t>
              </a:r>
              <a:r>
                <a:rPr lang="en-IM" dirty="0">
                  <a:solidFill>
                    <a:srgbClr val="000000"/>
                  </a:solidFill>
                </a:rPr>
                <a:t>12</a:t>
              </a:r>
              <a:r>
                <a:rPr lang="en-US" dirty="0">
                  <a:solidFill>
                    <a:srgbClr val="000000"/>
                  </a:solidFill>
                </a:rPr>
                <a:t>.08 million</a:t>
              </a:r>
              <a:endParaRPr lang="en-US" dirty="0"/>
            </a:p>
            <a:p>
              <a:pPr algn="ctr"/>
              <a:endParaRPr lang="en-IM" dirty="0"/>
            </a:p>
          </p:txBody>
        </p:sp>
      </p:grpSp>
      <p:grpSp>
        <p:nvGrpSpPr>
          <p:cNvPr id="12" name="total cost">
            <a:extLst>
              <a:ext uri="{FF2B5EF4-FFF2-40B4-BE49-F238E27FC236}">
                <a16:creationId xmlns:a16="http://schemas.microsoft.com/office/drawing/2014/main" id="{A0243FFE-9D5A-E603-770B-637E49804550}"/>
              </a:ext>
            </a:extLst>
          </p:cNvPr>
          <p:cNvGrpSpPr/>
          <p:nvPr/>
        </p:nvGrpSpPr>
        <p:grpSpPr>
          <a:xfrm>
            <a:off x="6616158" y="2850604"/>
            <a:ext cx="2208628" cy="1153756"/>
            <a:chOff x="6616158" y="2850604"/>
            <a:chExt cx="2208628" cy="1153756"/>
          </a:xfrm>
        </p:grpSpPr>
        <p:sp>
          <p:nvSpPr>
            <p:cNvPr id="13" name="Rectangle 12">
              <a:extLst>
                <a:ext uri="{FF2B5EF4-FFF2-40B4-BE49-F238E27FC236}">
                  <a16:creationId xmlns:a16="http://schemas.microsoft.com/office/drawing/2014/main" id="{83334095-0891-3CF7-7C10-DE65202AA887}"/>
                </a:ext>
              </a:extLst>
            </p:cNvPr>
            <p:cNvSpPr/>
            <p:nvPr/>
          </p:nvSpPr>
          <p:spPr>
            <a:xfrm>
              <a:off x="6616158" y="2850604"/>
              <a:ext cx="2208628" cy="1153756"/>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M"/>
            </a:p>
          </p:txBody>
        </p:sp>
        <p:sp>
          <p:nvSpPr>
            <p:cNvPr id="23" name="Speech Bubble: Rectangle with Corners Rounded 22">
              <a:extLst>
                <a:ext uri="{FF2B5EF4-FFF2-40B4-BE49-F238E27FC236}">
                  <a16:creationId xmlns:a16="http://schemas.microsoft.com/office/drawing/2014/main" id="{A8FB994B-5BB3-757C-301C-F325BAC30A0C}"/>
                </a:ext>
              </a:extLst>
            </p:cNvPr>
            <p:cNvSpPr/>
            <p:nvPr/>
          </p:nvSpPr>
          <p:spPr>
            <a:xfrm>
              <a:off x="6742767" y="2968488"/>
              <a:ext cx="1955409" cy="844062"/>
            </a:xfrm>
            <a:prstGeom prst="wedgeRoundRectCallou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2"/>
            </a:lnRef>
            <a:fillRef idx="1">
              <a:schemeClr val="lt1"/>
            </a:fillRef>
            <a:effectRef idx="0">
              <a:schemeClr val="accent2"/>
            </a:effectRef>
            <a:fontRef idx="minor">
              <a:schemeClr val="dk1"/>
            </a:fontRef>
          </p:style>
          <p:txBody>
            <a:bodyPr rtlCol="0" anchor="ctr"/>
            <a:lstStyle/>
            <a:p>
              <a:pPr algn="ctr"/>
              <a:endParaRPr lang="en-IM"/>
            </a:p>
          </p:txBody>
        </p:sp>
        <p:sp>
          <p:nvSpPr>
            <p:cNvPr id="28" name="TextBox 27">
              <a:extLst>
                <a:ext uri="{FF2B5EF4-FFF2-40B4-BE49-F238E27FC236}">
                  <a16:creationId xmlns:a16="http://schemas.microsoft.com/office/drawing/2014/main" id="{8C5F42B1-B4BA-A556-F9CE-761A2632A015}"/>
                </a:ext>
              </a:extLst>
            </p:cNvPr>
            <p:cNvSpPr txBox="1"/>
            <p:nvPr/>
          </p:nvSpPr>
          <p:spPr>
            <a:xfrm>
              <a:off x="6925646" y="3105834"/>
              <a:ext cx="1589649" cy="646331"/>
            </a:xfrm>
            <a:prstGeom prst="rect">
              <a:avLst/>
            </a:prstGeom>
            <a:noFill/>
          </p:spPr>
          <p:txBody>
            <a:bodyPr wrap="square" rtlCol="0">
              <a:spAutoFit/>
            </a:bodyPr>
            <a:lstStyle/>
            <a:p>
              <a:pPr algn="ctr"/>
              <a:r>
                <a:rPr lang="en-US" dirty="0"/>
                <a:t>TOTAL COST</a:t>
              </a:r>
            </a:p>
            <a:p>
              <a:pPr algn="ctr"/>
              <a:r>
                <a:rPr lang="en-US" dirty="0">
                  <a:solidFill>
                    <a:srgbClr val="000000"/>
                  </a:solidFill>
                </a:rPr>
                <a:t>$</a:t>
              </a:r>
              <a:r>
                <a:rPr lang="en-IM" dirty="0">
                  <a:solidFill>
                    <a:srgbClr val="000000"/>
                  </a:solidFill>
                </a:rPr>
                <a:t>17</a:t>
              </a:r>
              <a:r>
                <a:rPr lang="en-US" dirty="0">
                  <a:solidFill>
                    <a:srgbClr val="000000"/>
                  </a:solidFill>
                </a:rPr>
                <a:t>.</a:t>
              </a:r>
              <a:r>
                <a:rPr lang="en-IM" dirty="0">
                  <a:solidFill>
                    <a:srgbClr val="000000"/>
                  </a:solidFill>
                </a:rPr>
                <a:t>27</a:t>
              </a:r>
              <a:r>
                <a:rPr lang="en-US" dirty="0">
                  <a:solidFill>
                    <a:srgbClr val="000000"/>
                  </a:solidFill>
                </a:rPr>
                <a:t> million</a:t>
              </a:r>
              <a:endParaRPr lang="en-IM" dirty="0"/>
            </a:p>
          </p:txBody>
        </p:sp>
      </p:grpSp>
      <p:grpSp>
        <p:nvGrpSpPr>
          <p:cNvPr id="15" name="total customers">
            <a:extLst>
              <a:ext uri="{FF2B5EF4-FFF2-40B4-BE49-F238E27FC236}">
                <a16:creationId xmlns:a16="http://schemas.microsoft.com/office/drawing/2014/main" id="{A3164EAA-171D-27FB-D943-0825F0C815C7}"/>
              </a:ext>
            </a:extLst>
          </p:cNvPr>
          <p:cNvGrpSpPr/>
          <p:nvPr/>
        </p:nvGrpSpPr>
        <p:grpSpPr>
          <a:xfrm>
            <a:off x="9580095" y="1652801"/>
            <a:ext cx="2208628" cy="1153756"/>
            <a:chOff x="9580095" y="1652801"/>
            <a:chExt cx="2208628" cy="1153756"/>
          </a:xfrm>
        </p:grpSpPr>
        <p:sp>
          <p:nvSpPr>
            <p:cNvPr id="11" name="Rectangle 10">
              <a:extLst>
                <a:ext uri="{FF2B5EF4-FFF2-40B4-BE49-F238E27FC236}">
                  <a16:creationId xmlns:a16="http://schemas.microsoft.com/office/drawing/2014/main" id="{7B35620C-8F6F-72C4-A097-8FC74C9BE145}"/>
                </a:ext>
              </a:extLst>
            </p:cNvPr>
            <p:cNvSpPr/>
            <p:nvPr/>
          </p:nvSpPr>
          <p:spPr>
            <a:xfrm>
              <a:off x="9580095" y="1652801"/>
              <a:ext cx="2208628" cy="1153756"/>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M"/>
            </a:p>
          </p:txBody>
        </p:sp>
        <p:sp>
          <p:nvSpPr>
            <p:cNvPr id="22" name="Speech Bubble: Rectangle with Corners Rounded 21">
              <a:extLst>
                <a:ext uri="{FF2B5EF4-FFF2-40B4-BE49-F238E27FC236}">
                  <a16:creationId xmlns:a16="http://schemas.microsoft.com/office/drawing/2014/main" id="{82D49770-CC1B-9CBA-D846-BA88CAADA097}"/>
                </a:ext>
              </a:extLst>
            </p:cNvPr>
            <p:cNvSpPr/>
            <p:nvPr/>
          </p:nvSpPr>
          <p:spPr>
            <a:xfrm>
              <a:off x="9706704" y="1814732"/>
              <a:ext cx="1955409" cy="844062"/>
            </a:xfrm>
            <a:prstGeom prst="wedgeRoundRectCallou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2"/>
            </a:lnRef>
            <a:fillRef idx="1">
              <a:schemeClr val="lt1"/>
            </a:fillRef>
            <a:effectRef idx="0">
              <a:schemeClr val="accent2"/>
            </a:effectRef>
            <a:fontRef idx="minor">
              <a:schemeClr val="dk1"/>
            </a:fontRef>
          </p:style>
          <p:txBody>
            <a:bodyPr rtlCol="0" anchor="ctr"/>
            <a:lstStyle/>
            <a:p>
              <a:pPr algn="ctr"/>
              <a:endParaRPr lang="en-IM"/>
            </a:p>
          </p:txBody>
        </p:sp>
        <p:sp>
          <p:nvSpPr>
            <p:cNvPr id="29" name="TextBox 28">
              <a:extLst>
                <a:ext uri="{FF2B5EF4-FFF2-40B4-BE49-F238E27FC236}">
                  <a16:creationId xmlns:a16="http://schemas.microsoft.com/office/drawing/2014/main" id="{711B2780-28E0-6623-7895-D8CB8B136BE9}"/>
                </a:ext>
              </a:extLst>
            </p:cNvPr>
            <p:cNvSpPr txBox="1"/>
            <p:nvPr/>
          </p:nvSpPr>
          <p:spPr>
            <a:xfrm>
              <a:off x="9903652" y="1955903"/>
              <a:ext cx="1758461" cy="646331"/>
            </a:xfrm>
            <a:prstGeom prst="rect">
              <a:avLst/>
            </a:prstGeom>
            <a:noFill/>
          </p:spPr>
          <p:txBody>
            <a:bodyPr wrap="square" rtlCol="0">
              <a:spAutoFit/>
            </a:bodyPr>
            <a:lstStyle/>
            <a:p>
              <a:r>
                <a:rPr lang="en-US" dirty="0"/>
                <a:t>TOTAL CUTOMERS</a:t>
              </a:r>
            </a:p>
            <a:p>
              <a:r>
                <a:rPr lang="en-US" dirty="0">
                  <a:solidFill>
                    <a:srgbClr val="000000"/>
                  </a:solidFill>
                </a:rPr>
                <a:t>        </a:t>
              </a:r>
              <a:r>
                <a:rPr lang="en-IM" dirty="0">
                  <a:solidFill>
                    <a:srgbClr val="000000"/>
                  </a:solidFill>
                </a:rPr>
                <a:t>18</a:t>
              </a:r>
              <a:r>
                <a:rPr lang="en-US" dirty="0">
                  <a:solidFill>
                    <a:srgbClr val="000000"/>
                  </a:solidFill>
                </a:rPr>
                <a:t>,</a:t>
              </a:r>
              <a:r>
                <a:rPr lang="en-IM" dirty="0">
                  <a:solidFill>
                    <a:srgbClr val="000000"/>
                  </a:solidFill>
                </a:rPr>
                <a:t>484</a:t>
              </a:r>
              <a:r>
                <a:rPr lang="en-US" dirty="0">
                  <a:solidFill>
                    <a:srgbClr val="000000"/>
                  </a:solidFill>
                </a:rPr>
                <a:t>k </a:t>
              </a:r>
              <a:endParaRPr lang="en-IM" dirty="0"/>
            </a:p>
          </p:txBody>
        </p:sp>
      </p:grpSp>
      <p:pic>
        <p:nvPicPr>
          <p:cNvPr id="19" name="Graphic 18" descr="Shopping bag">
            <a:extLst>
              <a:ext uri="{FF2B5EF4-FFF2-40B4-BE49-F238E27FC236}">
                <a16:creationId xmlns:a16="http://schemas.microsoft.com/office/drawing/2014/main" id="{53374CE6-50A4-93DF-9139-3409F28686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7633" y="2224349"/>
            <a:ext cx="717453" cy="582208"/>
          </a:xfrm>
          <a:prstGeom prst="rect">
            <a:avLst/>
          </a:prstGeom>
        </p:spPr>
      </p:pic>
      <p:pic>
        <p:nvPicPr>
          <p:cNvPr id="30" name="Graphic 29" descr="Bar graph with upward trend">
            <a:extLst>
              <a:ext uri="{FF2B5EF4-FFF2-40B4-BE49-F238E27FC236}">
                <a16:creationId xmlns:a16="http://schemas.microsoft.com/office/drawing/2014/main" id="{A60A2BB0-027D-FB64-1979-320E13FDCF7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84350" y="1062619"/>
            <a:ext cx="640948" cy="590182"/>
          </a:xfrm>
          <a:prstGeom prst="rect">
            <a:avLst/>
          </a:prstGeom>
        </p:spPr>
      </p:pic>
      <p:pic>
        <p:nvPicPr>
          <p:cNvPr id="32" name="Graphic 31" descr="Group brainstorm">
            <a:extLst>
              <a:ext uri="{FF2B5EF4-FFF2-40B4-BE49-F238E27FC236}">
                <a16:creationId xmlns:a16="http://schemas.microsoft.com/office/drawing/2014/main" id="{EA118D76-D40F-05EF-0605-697014AF33B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315607" y="886165"/>
            <a:ext cx="737601" cy="737601"/>
          </a:xfrm>
          <a:prstGeom prst="rect">
            <a:avLst/>
          </a:prstGeom>
        </p:spPr>
      </p:pic>
      <p:pic>
        <p:nvPicPr>
          <p:cNvPr id="34" name="Graphic 33" descr="Coins">
            <a:extLst>
              <a:ext uri="{FF2B5EF4-FFF2-40B4-BE49-F238E27FC236}">
                <a16:creationId xmlns:a16="http://schemas.microsoft.com/office/drawing/2014/main" id="{8B86FD87-3119-90A4-9C22-1E9D1D53109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14122" y="2224349"/>
            <a:ext cx="660988" cy="638886"/>
          </a:xfrm>
          <a:prstGeom prst="rect">
            <a:avLst/>
          </a:prstGeom>
        </p:spPr>
      </p:pic>
    </p:spTree>
    <p:extLst>
      <p:ext uri="{BB962C8B-B14F-4D97-AF65-F5344CB8AC3E}">
        <p14:creationId xmlns:p14="http://schemas.microsoft.com/office/powerpoint/2010/main" val="36666746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nextCondLst>
                <p:cond evt="onClick" delay="0">
                  <p:tgtEl>
                    <p:spTgt spid="9"/>
                  </p:tgtEl>
                </p:cond>
              </p:nextCondLst>
            </p:seq>
            <p:seq concurrent="1" nextAc="seek">
              <p:cTn id="10" restart="whenNotActive" fill="hold" evtFilter="cancelBubble" nodeType="interactiveSeq">
                <p:stCondLst>
                  <p:cond evt="onClick" delay="0">
                    <p:tgtEl>
                      <p:spTgt spid="12"/>
                    </p:tgtEl>
                  </p:cond>
                </p:stCondLst>
                <p:endSync evt="end" delay="0">
                  <p:rtn val="all"/>
                </p:endSync>
                <p:childTnLst>
                  <p:par>
                    <p:cTn id="11" fill="hold">
                      <p:stCondLst>
                        <p:cond delay="0"/>
                      </p:stCondLst>
                      <p:childTnLst>
                        <p:par>
                          <p:cTn id="12" fill="hold">
                            <p:stCondLst>
                              <p:cond delay="0"/>
                            </p:stCondLst>
                            <p:childTnLst>
                              <p:par>
                                <p:cTn id="13" presetID="47"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anim calcmode="lin" valueType="num">
                                      <p:cBhvr>
                                        <p:cTn id="16" dur="1000" fill="hold"/>
                                        <p:tgtEl>
                                          <p:spTgt spid="6"/>
                                        </p:tgtEl>
                                        <p:attrNameLst>
                                          <p:attrName>ppt_x</p:attrName>
                                        </p:attrNameLst>
                                      </p:cBhvr>
                                      <p:tavLst>
                                        <p:tav tm="0">
                                          <p:val>
                                            <p:strVal val="#ppt_x"/>
                                          </p:val>
                                        </p:tav>
                                        <p:tav tm="100000">
                                          <p:val>
                                            <p:strVal val="#ppt_x"/>
                                          </p:val>
                                        </p:tav>
                                      </p:tavLst>
                                    </p:anim>
                                    <p:anim calcmode="lin" valueType="num">
                                      <p:cBhvr>
                                        <p:cTn id="1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nextCondLst>
                <p:cond evt="onClick" delay="0">
                  <p:tgtEl>
                    <p:spTgt spid="12"/>
                  </p:tgtEl>
                </p:cond>
              </p:nextCondLst>
            </p:seq>
            <p:seq concurrent="1" nextAc="seek">
              <p:cTn id="18" restart="whenNotActive" fill="hold" evtFilter="cancelBubble" nodeType="interactiveSeq">
                <p:stCondLst>
                  <p:cond evt="onClick" delay="0">
                    <p:tgtEl>
                      <p:spTgt spid="8"/>
                    </p:tgtEl>
                  </p:cond>
                </p:stCondLst>
                <p:endSync evt="end" delay="0">
                  <p:rtn val="all"/>
                </p:endSync>
                <p:childTnLst>
                  <p:par>
                    <p:cTn id="19" fill="hold">
                      <p:stCondLst>
                        <p:cond delay="0"/>
                      </p:stCondLst>
                      <p:childTnLst>
                        <p:par>
                          <p:cTn id="20" fill="hold">
                            <p:stCondLst>
                              <p:cond delay="0"/>
                            </p:stCondLst>
                            <p:childTnLst>
                              <p:par>
                                <p:cTn id="21" presetID="47"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1000"/>
                                        <p:tgtEl>
                                          <p:spTgt spid="4"/>
                                        </p:tgtEl>
                                      </p:cBhvr>
                                    </p:animEffect>
                                    <p:anim calcmode="lin" valueType="num">
                                      <p:cBhvr>
                                        <p:cTn id="24" dur="1000" fill="hold"/>
                                        <p:tgtEl>
                                          <p:spTgt spid="4"/>
                                        </p:tgtEl>
                                        <p:attrNameLst>
                                          <p:attrName>ppt_x</p:attrName>
                                        </p:attrNameLst>
                                      </p:cBhvr>
                                      <p:tavLst>
                                        <p:tav tm="0">
                                          <p:val>
                                            <p:strVal val="#ppt_x"/>
                                          </p:val>
                                        </p:tav>
                                        <p:tav tm="100000">
                                          <p:val>
                                            <p:strVal val="#ppt_x"/>
                                          </p:val>
                                        </p:tav>
                                      </p:tavLst>
                                    </p:anim>
                                    <p:anim calcmode="lin" valueType="num">
                                      <p:cBhvr>
                                        <p:cTn id="2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nextCondLst>
                <p:cond evt="onClick" delay="0">
                  <p:tgtEl>
                    <p:spTgt spid="8"/>
                  </p:tgtEl>
                </p:cond>
              </p:nextCondLst>
            </p:seq>
            <p:seq concurrent="1" nextAc="seek">
              <p:cTn id="26" restart="whenNotActive" fill="hold" evtFilter="cancelBubble" nodeType="interactiveSeq">
                <p:stCondLst>
                  <p:cond evt="onClick" delay="0">
                    <p:tgtEl>
                      <p:spTgt spid="15"/>
                    </p:tgtEl>
                  </p:cond>
                </p:stCondLst>
                <p:endSync evt="end" delay="0">
                  <p:rtn val="all"/>
                </p:endSync>
                <p:childTnLst>
                  <p:par>
                    <p:cTn id="27" fill="hold">
                      <p:stCondLst>
                        <p:cond delay="0"/>
                      </p:stCondLst>
                      <p:childTnLst>
                        <p:par>
                          <p:cTn id="28" fill="hold">
                            <p:stCondLst>
                              <p:cond delay="0"/>
                            </p:stCondLst>
                            <p:childTnLst>
                              <p:par>
                                <p:cTn id="29" presetID="47"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1000"/>
                                        <p:tgtEl>
                                          <p:spTgt spid="7"/>
                                        </p:tgtEl>
                                      </p:cBhvr>
                                    </p:animEffect>
                                    <p:anim calcmode="lin" valueType="num">
                                      <p:cBhvr>
                                        <p:cTn id="32" dur="1000" fill="hold"/>
                                        <p:tgtEl>
                                          <p:spTgt spid="7"/>
                                        </p:tgtEl>
                                        <p:attrNameLst>
                                          <p:attrName>ppt_x</p:attrName>
                                        </p:attrNameLst>
                                      </p:cBhvr>
                                      <p:tavLst>
                                        <p:tav tm="0">
                                          <p:val>
                                            <p:strVal val="#ppt_x"/>
                                          </p:val>
                                        </p:tav>
                                        <p:tav tm="100000">
                                          <p:val>
                                            <p:strVal val="#ppt_x"/>
                                          </p:val>
                                        </p:tav>
                                      </p:tavLst>
                                    </p:anim>
                                    <p:anim calcmode="lin" valueType="num">
                                      <p:cBhvr>
                                        <p:cTn id="3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nextCondLst>
                <p:cond evt="onClick" delay="0">
                  <p:tgtEl>
                    <p:spTgt spid="15"/>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xfrm>
            <a:off x="1125415" y="119575"/>
            <a:ext cx="9467558" cy="647749"/>
          </a:xfrm>
          <a:noFill/>
        </p:spPr>
        <p:txBody>
          <a:bodyPr>
            <a:noAutofit/>
          </a:bodyPr>
          <a:lstStyle/>
          <a:p>
            <a:pPr algn="ctr"/>
            <a:r>
              <a:rPr lang="en-US" b="1" dirty="0">
                <a:solidFill>
                  <a:schemeClr val="bg1"/>
                </a:solidFill>
              </a:rPr>
              <a:t>Excel dashboard</a:t>
            </a:r>
          </a:p>
        </p:txBody>
      </p:sp>
      <p:pic>
        <p:nvPicPr>
          <p:cNvPr id="8" name="Picture 7">
            <a:extLst>
              <a:ext uri="{FF2B5EF4-FFF2-40B4-BE49-F238E27FC236}">
                <a16:creationId xmlns:a16="http://schemas.microsoft.com/office/drawing/2014/main" id="{F0A48D76-9CF3-D10C-7ADF-5175EE3E6FE3}"/>
              </a:ext>
            </a:extLst>
          </p:cNvPr>
          <p:cNvPicPr>
            <a:picLocks noChangeAspect="1"/>
          </p:cNvPicPr>
          <p:nvPr/>
        </p:nvPicPr>
        <p:blipFill>
          <a:blip r:embed="rId3">
            <a:extLst>
              <a:ext uri="{28A0092B-C50C-407E-A947-70E740481C1C}">
                <a14:useLocalDpi xmlns:a14="http://schemas.microsoft.com/office/drawing/2010/main" val="0"/>
              </a:ext>
            </a:extLst>
          </a:blip>
          <a:srcRect l="1845" t="15573" r="18885" b="12392"/>
          <a:stretch>
            <a:fillRect/>
          </a:stretch>
        </p:blipFill>
        <p:spPr>
          <a:xfrm>
            <a:off x="98474" y="961745"/>
            <a:ext cx="11943471" cy="577668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599771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outVertical)">
                                      <p:cBhvr>
                                        <p:cTn id="7" dur="500"/>
                                        <p:tgtEl>
                                          <p:spTgt spid="8"/>
                                        </p:tgtEl>
                                      </p:cBhvr>
                                    </p:animEffect>
                                  </p:childTnLst>
                                </p:cTn>
                              </p:par>
                            </p:childTnLst>
                          </p:cTn>
                        </p:par>
                      </p:childTnLst>
                    </p:cTn>
                  </p:par>
                </p:childTnLst>
              </p:cTn>
              <p:nextCondLst>
                <p:cond evt="onClick" delay="0">
                  <p:tgtEl>
                    <p:spTgt spid="2"/>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CB72247A-1F0D-F300-7F04-BC9890EDF51D}"/>
              </a:ext>
            </a:extLst>
          </p:cNvPr>
          <p:cNvSpPr txBox="1"/>
          <p:nvPr/>
        </p:nvSpPr>
        <p:spPr>
          <a:xfrm>
            <a:off x="2482948" y="197320"/>
            <a:ext cx="6865033" cy="707886"/>
          </a:xfrm>
          <a:prstGeom prst="rect">
            <a:avLst/>
          </a:prstGeom>
          <a:noFill/>
        </p:spPr>
        <p:txBody>
          <a:bodyPr wrap="square" rtlCol="0">
            <a:spAutoFit/>
          </a:bodyPr>
          <a:lstStyle/>
          <a:p>
            <a:pPr algn="ctr"/>
            <a:r>
              <a:rPr lang="en-US" sz="4000" b="1" i="1" dirty="0">
                <a:solidFill>
                  <a:schemeClr val="bg1"/>
                </a:solidFill>
                <a:latin typeface="+mj-lt"/>
              </a:rPr>
              <a:t>TABLEAU DASHBOARD</a:t>
            </a:r>
            <a:endParaRPr lang="en-IM" sz="4000" b="1" i="1" dirty="0">
              <a:solidFill>
                <a:schemeClr val="bg1"/>
              </a:solidFill>
              <a:latin typeface="+mj-lt"/>
            </a:endParaRPr>
          </a:p>
        </p:txBody>
      </p:sp>
      <p:pic>
        <p:nvPicPr>
          <p:cNvPr id="3" name="Picture 2">
            <a:extLst>
              <a:ext uri="{FF2B5EF4-FFF2-40B4-BE49-F238E27FC236}">
                <a16:creationId xmlns:a16="http://schemas.microsoft.com/office/drawing/2014/main" id="{572B88A9-B411-C6C9-CCDA-99394A7754A5}"/>
              </a:ext>
            </a:extLst>
          </p:cNvPr>
          <p:cNvPicPr>
            <a:picLocks noChangeAspect="1"/>
          </p:cNvPicPr>
          <p:nvPr/>
        </p:nvPicPr>
        <p:blipFill>
          <a:blip r:embed="rId3">
            <a:extLst>
              <a:ext uri="{28A0092B-C50C-407E-A947-70E740481C1C}">
                <a14:useLocalDpi xmlns:a14="http://schemas.microsoft.com/office/drawing/2010/main" val="0"/>
              </a:ext>
            </a:extLst>
          </a:blip>
          <a:srcRect l="1846" t="14461" r="18538" b="9948"/>
          <a:stretch>
            <a:fillRect/>
          </a:stretch>
        </p:blipFill>
        <p:spPr>
          <a:xfrm>
            <a:off x="166467" y="905206"/>
            <a:ext cx="11859065" cy="586622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374022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Horizontal)">
                                      <p:cBhvr>
                                        <p:cTn id="7" dur="500"/>
                                        <p:tgtEl>
                                          <p:spTgt spid="3"/>
                                        </p:tgtEl>
                                      </p:cBhvr>
                                    </p:animEffect>
                                  </p:childTnLst>
                                </p:cTn>
                              </p:par>
                            </p:childTnLst>
                          </p:cTn>
                        </p:par>
                      </p:childTnLst>
                    </p:cTn>
                  </p:par>
                </p:childTnLst>
              </p:cTn>
              <p:nextCondLst>
                <p:cond evt="onClick" delay="0">
                  <p:tgtEl>
                    <p:spTgt spid="14"/>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45BE04FF-535F-1694-BC2C-6517144FB748}"/>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l="15026" t="21519" r="19452" b="12405"/>
          <a:stretch>
            <a:fillRect/>
          </a:stretch>
        </p:blipFill>
        <p:spPr>
          <a:xfrm>
            <a:off x="154745" y="865798"/>
            <a:ext cx="11929403" cy="5844491"/>
          </a:xfrm>
        </p:spPr>
      </p:pic>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1147689" y="147711"/>
            <a:ext cx="9473419" cy="718087"/>
          </a:xfrm>
          <a:noFill/>
        </p:spPr>
        <p:txBody>
          <a:bodyPr/>
          <a:lstStyle/>
          <a:p>
            <a:pPr algn="ctr"/>
            <a:r>
              <a:rPr lang="en-US" sz="4000" b="1" dirty="0">
                <a:solidFill>
                  <a:schemeClr val="bg1"/>
                </a:solidFill>
              </a:rPr>
              <a:t>Power bi DASHBOARD</a:t>
            </a:r>
          </a:p>
        </p:txBody>
      </p:sp>
    </p:spTree>
    <p:extLst>
      <p:ext uri="{BB962C8B-B14F-4D97-AF65-F5344CB8AC3E}">
        <p14:creationId xmlns:p14="http://schemas.microsoft.com/office/powerpoint/2010/main" val="27372412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right)">
                                      <p:cBhvr>
                                        <p:cTn id="7" dur="500"/>
                                        <p:tgtEl>
                                          <p:spTgt spid="9"/>
                                        </p:tgtEl>
                                      </p:cBhvr>
                                    </p:animEffect>
                                  </p:childTnLst>
                                </p:cTn>
                              </p:par>
                            </p:childTnLst>
                          </p:cTn>
                        </p:par>
                      </p:childTnLst>
                    </p:cTn>
                  </p:par>
                </p:childTnLst>
              </p:cTn>
              <p:nextCondLst>
                <p:cond evt="onClick" delay="0">
                  <p:tgtEl>
                    <p:spTgt spid="2"/>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A9FACC4-AAD5-F525-20B1-B700E115D8CB}"/>
              </a:ext>
            </a:extLst>
          </p:cNvPr>
          <p:cNvSpPr/>
          <p:nvPr/>
        </p:nvSpPr>
        <p:spPr>
          <a:xfrm>
            <a:off x="754967" y="4492784"/>
            <a:ext cx="3423138" cy="1654798"/>
          </a:xfrm>
          <a:prstGeom prst="rect">
            <a:avLst/>
          </a:prstGeom>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M"/>
          </a:p>
        </p:txBody>
      </p:sp>
      <p:sp>
        <p:nvSpPr>
          <p:cNvPr id="7" name="Rectangle 6">
            <a:extLst>
              <a:ext uri="{FF2B5EF4-FFF2-40B4-BE49-F238E27FC236}">
                <a16:creationId xmlns:a16="http://schemas.microsoft.com/office/drawing/2014/main" id="{39932C0B-3BF0-13A8-07F0-7781BD784EEC}"/>
              </a:ext>
            </a:extLst>
          </p:cNvPr>
          <p:cNvSpPr/>
          <p:nvPr/>
        </p:nvSpPr>
        <p:spPr>
          <a:xfrm>
            <a:off x="8163951" y="946029"/>
            <a:ext cx="3169920" cy="3302414"/>
          </a:xfrm>
          <a:prstGeom prst="rect">
            <a:avLst/>
          </a:prstGeom>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M"/>
          </a:p>
        </p:txBody>
      </p:sp>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1143000" y="199270"/>
            <a:ext cx="9906000" cy="746759"/>
          </a:xfrm>
          <a:noFill/>
        </p:spPr>
        <p:txBody>
          <a:bodyPr/>
          <a:lstStyle/>
          <a:p>
            <a:pPr algn="ctr"/>
            <a:r>
              <a:rPr lang="en-US" b="1" dirty="0" err="1">
                <a:solidFill>
                  <a:schemeClr val="bg1"/>
                </a:solidFill>
              </a:rPr>
              <a:t>Sql</a:t>
            </a:r>
            <a:r>
              <a:rPr lang="en-US" b="1" dirty="0">
                <a:solidFill>
                  <a:schemeClr val="bg1"/>
                </a:solidFill>
              </a:rPr>
              <a:t> queries</a:t>
            </a:r>
          </a:p>
        </p:txBody>
      </p:sp>
      <p:sp>
        <p:nvSpPr>
          <p:cNvPr id="4" name="Text1">
            <a:extLst>
              <a:ext uri="{FF2B5EF4-FFF2-40B4-BE49-F238E27FC236}">
                <a16:creationId xmlns:a16="http://schemas.microsoft.com/office/drawing/2014/main" id="{9DDAF87C-85B1-42A5-C6DC-1B6C17B66BB7}"/>
              </a:ext>
            </a:extLst>
          </p:cNvPr>
          <p:cNvSpPr txBox="1"/>
          <p:nvPr/>
        </p:nvSpPr>
        <p:spPr>
          <a:xfrm>
            <a:off x="637735" y="1395270"/>
            <a:ext cx="5458265" cy="1938992"/>
          </a:xfrm>
          <a:prstGeom prst="rect">
            <a:avLst/>
          </a:prstGeom>
          <a:noFill/>
        </p:spPr>
        <p:txBody>
          <a:bodyPr wrap="square">
            <a:spAutoFit/>
          </a:bodyPr>
          <a:lstStyle/>
          <a:p>
            <a:r>
              <a:rPr lang="en-IM" b="1" dirty="0"/>
              <a:t> </a:t>
            </a:r>
            <a:r>
              <a:rPr lang="en-IM" b="1" i="1" dirty="0">
                <a:solidFill>
                  <a:schemeClr val="bg1"/>
                </a:solidFill>
                <a:latin typeface="+mj-lt"/>
              </a:rPr>
              <a:t>1. </a:t>
            </a:r>
            <a:r>
              <a:rPr lang="en-IM" sz="2000" b="1" i="1" dirty="0">
                <a:solidFill>
                  <a:schemeClr val="bg1"/>
                </a:solidFill>
                <a:latin typeface="+mj-lt"/>
              </a:rPr>
              <a:t>Get all products with list price greater than 1000</a:t>
            </a:r>
            <a:endParaRPr lang="en-US" sz="2000" b="1" i="1" dirty="0">
              <a:solidFill>
                <a:schemeClr val="bg1"/>
              </a:solidFill>
              <a:latin typeface="+mj-lt"/>
            </a:endParaRPr>
          </a:p>
          <a:p>
            <a:endParaRPr lang="en-US" sz="2000" b="1" i="1" dirty="0">
              <a:solidFill>
                <a:schemeClr val="bg1"/>
              </a:solidFill>
              <a:latin typeface="+mj-lt"/>
            </a:endParaRPr>
          </a:p>
          <a:p>
            <a:r>
              <a:rPr lang="en-IM" sz="2000" b="1" i="1" dirty="0">
                <a:solidFill>
                  <a:schemeClr val="bg1"/>
                </a:solidFill>
                <a:latin typeface="+mj-lt"/>
              </a:rPr>
              <a:t>SELECT </a:t>
            </a:r>
            <a:r>
              <a:rPr lang="en-IM" sz="2000" b="1" i="1" dirty="0" err="1">
                <a:solidFill>
                  <a:schemeClr val="bg1"/>
                </a:solidFill>
                <a:latin typeface="+mj-lt"/>
              </a:rPr>
              <a:t>ProductKey</a:t>
            </a:r>
            <a:r>
              <a:rPr lang="en-IM" sz="2000" b="1" i="1" dirty="0">
                <a:solidFill>
                  <a:schemeClr val="bg1"/>
                </a:solidFill>
                <a:latin typeface="+mj-lt"/>
              </a:rPr>
              <a:t>, </a:t>
            </a:r>
            <a:r>
              <a:rPr lang="en-IM" sz="2000" b="1" i="1" dirty="0" err="1">
                <a:solidFill>
                  <a:schemeClr val="bg1"/>
                </a:solidFill>
                <a:latin typeface="+mj-lt"/>
              </a:rPr>
              <a:t>EnglishProductName</a:t>
            </a:r>
            <a:r>
              <a:rPr lang="en-IM" sz="2000" b="1" i="1" dirty="0">
                <a:solidFill>
                  <a:schemeClr val="bg1"/>
                </a:solidFill>
                <a:latin typeface="+mj-lt"/>
              </a:rPr>
              <a:t>, </a:t>
            </a:r>
            <a:r>
              <a:rPr lang="en-IM" sz="2000" b="1" i="1" dirty="0" err="1">
                <a:solidFill>
                  <a:schemeClr val="bg1"/>
                </a:solidFill>
                <a:latin typeface="+mj-lt"/>
              </a:rPr>
              <a:t>ListPriceFROM</a:t>
            </a:r>
            <a:r>
              <a:rPr lang="en-IM" sz="2000" b="1" i="1" dirty="0">
                <a:solidFill>
                  <a:schemeClr val="bg1"/>
                </a:solidFill>
                <a:latin typeface="+mj-lt"/>
              </a:rPr>
              <a:t> </a:t>
            </a:r>
            <a:r>
              <a:rPr lang="en-IM" sz="2000" b="1" i="1" dirty="0" err="1">
                <a:solidFill>
                  <a:schemeClr val="bg1"/>
                </a:solidFill>
                <a:latin typeface="+mj-lt"/>
              </a:rPr>
              <a:t>product_detailsWHERE</a:t>
            </a:r>
            <a:r>
              <a:rPr lang="en-IM" sz="2000" b="1" i="1" dirty="0">
                <a:solidFill>
                  <a:schemeClr val="bg1"/>
                </a:solidFill>
                <a:latin typeface="+mj-lt"/>
              </a:rPr>
              <a:t> </a:t>
            </a:r>
            <a:r>
              <a:rPr lang="en-IM" sz="2000" b="1" i="1" dirty="0" err="1">
                <a:solidFill>
                  <a:schemeClr val="bg1"/>
                </a:solidFill>
                <a:latin typeface="+mj-lt"/>
              </a:rPr>
              <a:t>ListPrice</a:t>
            </a:r>
            <a:r>
              <a:rPr lang="en-IM" sz="2000" b="1" i="1" dirty="0">
                <a:solidFill>
                  <a:schemeClr val="bg1"/>
                </a:solidFill>
                <a:latin typeface="+mj-lt"/>
              </a:rPr>
              <a:t> &gt; 1000;</a:t>
            </a:r>
          </a:p>
        </p:txBody>
      </p:sp>
      <p:pic>
        <p:nvPicPr>
          <p:cNvPr id="6" name="query 1">
            <a:extLst>
              <a:ext uri="{FF2B5EF4-FFF2-40B4-BE49-F238E27FC236}">
                <a16:creationId xmlns:a16="http://schemas.microsoft.com/office/drawing/2014/main" id="{A57E5720-CD6E-C954-5F94-1CFE6C3FDC66}"/>
              </a:ext>
            </a:extLst>
          </p:cNvPr>
          <p:cNvPicPr>
            <a:picLocks noChangeAspect="1"/>
          </p:cNvPicPr>
          <p:nvPr/>
        </p:nvPicPr>
        <p:blipFill>
          <a:blip r:embed="rId3">
            <a:extLst>
              <a:ext uri="{28A0092B-C50C-407E-A947-70E740481C1C}">
                <a14:useLocalDpi xmlns:a14="http://schemas.microsoft.com/office/drawing/2010/main" val="0"/>
              </a:ext>
            </a:extLst>
          </a:blip>
          <a:srcRect l="14885" t="35891" r="63077" b="8902"/>
          <a:stretch>
            <a:fillRect/>
          </a:stretch>
        </p:blipFill>
        <p:spPr>
          <a:xfrm>
            <a:off x="8267113" y="1103684"/>
            <a:ext cx="3066758" cy="3144759"/>
          </a:xfrm>
          <a:prstGeom prst="rect">
            <a:avLst/>
          </a:prstGeom>
        </p:spPr>
      </p:pic>
      <p:sp>
        <p:nvSpPr>
          <p:cNvPr id="9" name="Text2">
            <a:extLst>
              <a:ext uri="{FF2B5EF4-FFF2-40B4-BE49-F238E27FC236}">
                <a16:creationId xmlns:a16="http://schemas.microsoft.com/office/drawing/2014/main" id="{39986239-B321-F4D6-A95B-CFB1AD59E9E8}"/>
              </a:ext>
            </a:extLst>
          </p:cNvPr>
          <p:cNvSpPr txBox="1"/>
          <p:nvPr/>
        </p:nvSpPr>
        <p:spPr>
          <a:xfrm>
            <a:off x="6096000" y="4447067"/>
            <a:ext cx="6246055" cy="2308324"/>
          </a:xfrm>
          <a:prstGeom prst="rect">
            <a:avLst/>
          </a:prstGeom>
          <a:noFill/>
        </p:spPr>
        <p:txBody>
          <a:bodyPr wrap="square">
            <a:spAutoFit/>
          </a:bodyPr>
          <a:lstStyle/>
          <a:p>
            <a:r>
              <a:rPr lang="en-IM" b="1" i="1" dirty="0">
                <a:solidFill>
                  <a:schemeClr val="bg1"/>
                </a:solidFill>
                <a:latin typeface="+mj-lt"/>
              </a:rPr>
              <a:t>2. List all sales territories in Europe</a:t>
            </a:r>
            <a:endParaRPr lang="en-US" b="1" i="1" dirty="0">
              <a:solidFill>
                <a:schemeClr val="bg1"/>
              </a:solidFill>
              <a:latin typeface="+mj-lt"/>
            </a:endParaRPr>
          </a:p>
          <a:p>
            <a:endParaRPr lang="en-US" b="1" i="1" dirty="0">
              <a:solidFill>
                <a:schemeClr val="bg1"/>
              </a:solidFill>
              <a:latin typeface="+mj-lt"/>
            </a:endParaRPr>
          </a:p>
          <a:p>
            <a:r>
              <a:rPr lang="en-IM" b="1" i="1" dirty="0">
                <a:solidFill>
                  <a:schemeClr val="bg1"/>
                </a:solidFill>
                <a:latin typeface="+mj-lt"/>
              </a:rPr>
              <a:t>UPDATE </a:t>
            </a:r>
            <a:r>
              <a:rPr lang="en-IM" b="1" i="1" dirty="0" err="1">
                <a:solidFill>
                  <a:schemeClr val="bg1"/>
                </a:solidFill>
                <a:latin typeface="+mj-lt"/>
              </a:rPr>
              <a:t>salesterritorySET</a:t>
            </a:r>
            <a:r>
              <a:rPr lang="en-IM" b="1" i="1" dirty="0">
                <a:solidFill>
                  <a:schemeClr val="bg1"/>
                </a:solidFill>
                <a:latin typeface="+mj-lt"/>
              </a:rPr>
              <a:t> </a:t>
            </a:r>
            <a:r>
              <a:rPr lang="en-IM" b="1" i="1" dirty="0" err="1">
                <a:solidFill>
                  <a:schemeClr val="bg1"/>
                </a:solidFill>
                <a:latin typeface="+mj-lt"/>
              </a:rPr>
              <a:t>SalesTerritoryGroup</a:t>
            </a:r>
            <a:r>
              <a:rPr lang="en-IM" b="1" i="1" dirty="0">
                <a:solidFill>
                  <a:schemeClr val="bg1"/>
                </a:solidFill>
                <a:latin typeface="+mj-lt"/>
              </a:rPr>
              <a:t> = TRIM(REPLACE(</a:t>
            </a:r>
            <a:r>
              <a:rPr lang="en-IM" b="1" i="1" dirty="0" err="1">
                <a:solidFill>
                  <a:schemeClr val="bg1"/>
                </a:solidFill>
                <a:latin typeface="+mj-lt"/>
              </a:rPr>
              <a:t>SalesTerritoryGroup</a:t>
            </a:r>
            <a:r>
              <a:rPr lang="en-IM" b="1" i="1" dirty="0">
                <a:solidFill>
                  <a:schemeClr val="bg1"/>
                </a:solidFill>
                <a:latin typeface="+mj-lt"/>
              </a:rPr>
              <a:t>, '\r', ‘’));</a:t>
            </a:r>
            <a:endParaRPr lang="en-US" b="1" i="1" dirty="0">
              <a:solidFill>
                <a:schemeClr val="bg1"/>
              </a:solidFill>
              <a:latin typeface="+mj-lt"/>
            </a:endParaRPr>
          </a:p>
          <a:p>
            <a:endParaRPr lang="en-US" b="1" i="1" dirty="0">
              <a:solidFill>
                <a:schemeClr val="bg1"/>
              </a:solidFill>
              <a:latin typeface="+mj-lt"/>
            </a:endParaRPr>
          </a:p>
          <a:p>
            <a:r>
              <a:rPr lang="en-IM" b="1" i="1" dirty="0">
                <a:solidFill>
                  <a:schemeClr val="bg1"/>
                </a:solidFill>
                <a:latin typeface="+mj-lt"/>
              </a:rPr>
              <a:t>SELECT </a:t>
            </a:r>
            <a:r>
              <a:rPr lang="en-IM" b="1" i="1" dirty="0" err="1">
                <a:solidFill>
                  <a:schemeClr val="bg1"/>
                </a:solidFill>
                <a:latin typeface="+mj-lt"/>
              </a:rPr>
              <a:t>SalesTerritoryKey</a:t>
            </a:r>
            <a:r>
              <a:rPr lang="en-IM" b="1" i="1" dirty="0">
                <a:solidFill>
                  <a:schemeClr val="bg1"/>
                </a:solidFill>
                <a:latin typeface="+mj-lt"/>
              </a:rPr>
              <a:t>, </a:t>
            </a:r>
            <a:r>
              <a:rPr lang="en-IM" b="1" i="1" dirty="0" err="1">
                <a:solidFill>
                  <a:schemeClr val="bg1"/>
                </a:solidFill>
                <a:latin typeface="+mj-lt"/>
              </a:rPr>
              <a:t>SalesTerritoryRegion</a:t>
            </a:r>
            <a:r>
              <a:rPr lang="en-IM" b="1" i="1" dirty="0">
                <a:solidFill>
                  <a:schemeClr val="bg1"/>
                </a:solidFill>
                <a:latin typeface="+mj-lt"/>
              </a:rPr>
              <a:t>, </a:t>
            </a:r>
            <a:r>
              <a:rPr lang="en-IM" b="1" i="1" dirty="0" err="1">
                <a:solidFill>
                  <a:schemeClr val="bg1"/>
                </a:solidFill>
                <a:latin typeface="+mj-lt"/>
              </a:rPr>
              <a:t>SalesTerritoryCountryFROM</a:t>
            </a:r>
            <a:r>
              <a:rPr lang="en-IM" b="1" i="1" dirty="0">
                <a:solidFill>
                  <a:schemeClr val="bg1"/>
                </a:solidFill>
                <a:latin typeface="+mj-lt"/>
              </a:rPr>
              <a:t> </a:t>
            </a:r>
            <a:r>
              <a:rPr lang="en-IM" b="1" i="1" dirty="0" err="1">
                <a:solidFill>
                  <a:schemeClr val="bg1"/>
                </a:solidFill>
                <a:latin typeface="+mj-lt"/>
              </a:rPr>
              <a:t>salesterritoryWHERE</a:t>
            </a:r>
            <a:r>
              <a:rPr lang="en-IM" b="1" i="1" dirty="0">
                <a:solidFill>
                  <a:schemeClr val="bg1"/>
                </a:solidFill>
                <a:latin typeface="+mj-lt"/>
              </a:rPr>
              <a:t> </a:t>
            </a:r>
            <a:r>
              <a:rPr lang="en-IM" b="1" i="1" dirty="0" err="1">
                <a:solidFill>
                  <a:schemeClr val="bg1"/>
                </a:solidFill>
                <a:latin typeface="+mj-lt"/>
              </a:rPr>
              <a:t>SalesTerritoryGroup</a:t>
            </a:r>
            <a:r>
              <a:rPr lang="en-IM" b="1" i="1" dirty="0">
                <a:solidFill>
                  <a:schemeClr val="bg1"/>
                </a:solidFill>
                <a:latin typeface="+mj-lt"/>
              </a:rPr>
              <a:t> = 'Europe';</a:t>
            </a:r>
          </a:p>
        </p:txBody>
      </p:sp>
      <p:pic>
        <p:nvPicPr>
          <p:cNvPr id="12" name="query2">
            <a:extLst>
              <a:ext uri="{FF2B5EF4-FFF2-40B4-BE49-F238E27FC236}">
                <a16:creationId xmlns:a16="http://schemas.microsoft.com/office/drawing/2014/main" id="{C8B714FB-E0A3-9678-560F-D5F268681056}"/>
              </a:ext>
            </a:extLst>
          </p:cNvPr>
          <p:cNvPicPr>
            <a:picLocks noChangeAspect="1"/>
          </p:cNvPicPr>
          <p:nvPr/>
        </p:nvPicPr>
        <p:blipFill>
          <a:blip r:embed="rId4">
            <a:extLst>
              <a:ext uri="{28A0092B-C50C-407E-A947-70E740481C1C}">
                <a14:useLocalDpi xmlns:a14="http://schemas.microsoft.com/office/drawing/2010/main" val="0"/>
              </a:ext>
            </a:extLst>
          </a:blip>
          <a:srcRect l="16039" t="38182" r="56730" b="42820"/>
          <a:stretch>
            <a:fillRect/>
          </a:stretch>
        </p:blipFill>
        <p:spPr>
          <a:xfrm>
            <a:off x="806548" y="4608342"/>
            <a:ext cx="3319977" cy="1539240"/>
          </a:xfrm>
          <a:prstGeom prst="rect">
            <a:avLst/>
          </a:prstGeom>
        </p:spPr>
      </p:pic>
    </p:spTree>
    <p:extLst>
      <p:ext uri="{BB962C8B-B14F-4D97-AF65-F5344CB8AC3E}">
        <p14:creationId xmlns:p14="http://schemas.microsoft.com/office/powerpoint/2010/main" val="6437779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nextCondLst>
                <p:cond evt="onClick" delay="0">
                  <p:tgtEl>
                    <p:spTgt spid="4"/>
                  </p:tgtEl>
                </p:cond>
              </p:nextCondLst>
            </p:seq>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arn(inVertical)">
                                      <p:cBhvr>
                                        <p:cTn id="13" dur="500"/>
                                        <p:tgtEl>
                                          <p:spTgt spid="12"/>
                                        </p:tgtEl>
                                      </p:cBhvr>
                                    </p:animEffect>
                                  </p:childTnLst>
                                </p:cTn>
                              </p:par>
                            </p:childTnLst>
                          </p:cTn>
                        </p:par>
                      </p:childTnLst>
                    </p:cTn>
                  </p:par>
                </p:childTnLst>
              </p:cTn>
              <p:nextCondLst>
                <p:cond evt="onClick" delay="0">
                  <p:tgtEl>
                    <p:spTgt spid="9"/>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01E96A2-7C57-5953-ECA9-6C98EE26AADF}"/>
              </a:ext>
            </a:extLst>
          </p:cNvPr>
          <p:cNvSpPr/>
          <p:nvPr/>
        </p:nvSpPr>
        <p:spPr>
          <a:xfrm>
            <a:off x="7277687" y="242645"/>
            <a:ext cx="3169920" cy="3662312"/>
          </a:xfrm>
          <a:prstGeom prst="rect">
            <a:avLst/>
          </a:prstGeom>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M"/>
          </a:p>
        </p:txBody>
      </p:sp>
      <p:sp>
        <p:nvSpPr>
          <p:cNvPr id="3" name="text3">
            <a:extLst>
              <a:ext uri="{FF2B5EF4-FFF2-40B4-BE49-F238E27FC236}">
                <a16:creationId xmlns:a16="http://schemas.microsoft.com/office/drawing/2014/main" id="{56FB7D84-8B2D-A8CF-BCD6-41392B933FCE}"/>
              </a:ext>
            </a:extLst>
          </p:cNvPr>
          <p:cNvSpPr txBox="1"/>
          <p:nvPr/>
        </p:nvSpPr>
        <p:spPr>
          <a:xfrm>
            <a:off x="872197" y="438667"/>
            <a:ext cx="5472332" cy="1477328"/>
          </a:xfrm>
          <a:prstGeom prst="rect">
            <a:avLst/>
          </a:prstGeom>
          <a:noFill/>
        </p:spPr>
        <p:txBody>
          <a:bodyPr wrap="square">
            <a:spAutoFit/>
          </a:bodyPr>
          <a:lstStyle/>
          <a:p>
            <a:r>
              <a:rPr lang="en-IM" b="1" i="1" dirty="0">
                <a:solidFill>
                  <a:schemeClr val="bg1"/>
                </a:solidFill>
                <a:latin typeface="+mj-lt"/>
              </a:rPr>
              <a:t>3. List top 5 most expensive products by list price</a:t>
            </a:r>
            <a:endParaRPr lang="en-US" b="1" i="1" dirty="0">
              <a:solidFill>
                <a:schemeClr val="bg1"/>
              </a:solidFill>
              <a:latin typeface="+mj-lt"/>
            </a:endParaRPr>
          </a:p>
          <a:p>
            <a:endParaRPr lang="en-US" b="1" i="1" dirty="0">
              <a:solidFill>
                <a:schemeClr val="bg1"/>
              </a:solidFill>
              <a:latin typeface="+mj-lt"/>
            </a:endParaRPr>
          </a:p>
          <a:p>
            <a:r>
              <a:rPr lang="en-IM" b="1" i="1" dirty="0">
                <a:solidFill>
                  <a:schemeClr val="bg1"/>
                </a:solidFill>
                <a:latin typeface="+mj-lt"/>
              </a:rPr>
              <a:t>SELECT </a:t>
            </a:r>
            <a:r>
              <a:rPr lang="en-IM" b="1" i="1" dirty="0" err="1">
                <a:solidFill>
                  <a:schemeClr val="bg1"/>
                </a:solidFill>
                <a:latin typeface="+mj-lt"/>
              </a:rPr>
              <a:t>ProductKey</a:t>
            </a:r>
            <a:r>
              <a:rPr lang="en-IM" b="1" i="1" dirty="0">
                <a:solidFill>
                  <a:schemeClr val="bg1"/>
                </a:solidFill>
                <a:latin typeface="+mj-lt"/>
              </a:rPr>
              <a:t>, </a:t>
            </a:r>
            <a:r>
              <a:rPr lang="en-IM" b="1" i="1" dirty="0" err="1">
                <a:solidFill>
                  <a:schemeClr val="bg1"/>
                </a:solidFill>
                <a:latin typeface="+mj-lt"/>
              </a:rPr>
              <a:t>EnglishProductName</a:t>
            </a:r>
            <a:r>
              <a:rPr lang="en-IM" b="1" i="1" dirty="0">
                <a:solidFill>
                  <a:schemeClr val="bg1"/>
                </a:solidFill>
                <a:latin typeface="+mj-lt"/>
              </a:rPr>
              <a:t>, </a:t>
            </a:r>
            <a:r>
              <a:rPr lang="en-IM" b="1" i="1" dirty="0" err="1">
                <a:solidFill>
                  <a:schemeClr val="bg1"/>
                </a:solidFill>
                <a:latin typeface="+mj-lt"/>
              </a:rPr>
              <a:t>ListPriceFROM</a:t>
            </a:r>
            <a:r>
              <a:rPr lang="en-IM" b="1" i="1" dirty="0">
                <a:solidFill>
                  <a:schemeClr val="bg1"/>
                </a:solidFill>
                <a:latin typeface="+mj-lt"/>
              </a:rPr>
              <a:t> </a:t>
            </a:r>
            <a:r>
              <a:rPr lang="en-IM" b="1" i="1" dirty="0" err="1">
                <a:solidFill>
                  <a:schemeClr val="bg1"/>
                </a:solidFill>
                <a:latin typeface="+mj-lt"/>
              </a:rPr>
              <a:t>product_details</a:t>
            </a:r>
            <a:r>
              <a:rPr lang="en-US" b="1" i="1" dirty="0">
                <a:solidFill>
                  <a:schemeClr val="bg1"/>
                </a:solidFill>
                <a:latin typeface="+mj-lt"/>
              </a:rPr>
              <a:t> </a:t>
            </a:r>
            <a:r>
              <a:rPr lang="en-IM" b="1" i="1" dirty="0">
                <a:solidFill>
                  <a:schemeClr val="bg1"/>
                </a:solidFill>
                <a:latin typeface="+mj-lt"/>
              </a:rPr>
              <a:t>ORDER BY </a:t>
            </a:r>
            <a:r>
              <a:rPr lang="en-IM" b="1" i="1" dirty="0" err="1">
                <a:solidFill>
                  <a:schemeClr val="bg1"/>
                </a:solidFill>
                <a:latin typeface="+mj-lt"/>
              </a:rPr>
              <a:t>ListPrice</a:t>
            </a:r>
            <a:r>
              <a:rPr lang="en-IM" b="1" i="1" dirty="0">
                <a:solidFill>
                  <a:schemeClr val="bg1"/>
                </a:solidFill>
                <a:latin typeface="+mj-lt"/>
              </a:rPr>
              <a:t> DESC</a:t>
            </a:r>
            <a:r>
              <a:rPr lang="en-US" b="1" i="1" dirty="0">
                <a:solidFill>
                  <a:schemeClr val="bg1"/>
                </a:solidFill>
                <a:latin typeface="+mj-lt"/>
              </a:rPr>
              <a:t> </a:t>
            </a:r>
            <a:r>
              <a:rPr lang="en-IM" b="1" i="1" dirty="0">
                <a:solidFill>
                  <a:schemeClr val="bg1"/>
                </a:solidFill>
                <a:latin typeface="+mj-lt"/>
              </a:rPr>
              <a:t>LIMIT 5;</a:t>
            </a:r>
          </a:p>
        </p:txBody>
      </p:sp>
      <p:pic>
        <p:nvPicPr>
          <p:cNvPr id="6" name="query3">
            <a:extLst>
              <a:ext uri="{FF2B5EF4-FFF2-40B4-BE49-F238E27FC236}">
                <a16:creationId xmlns:a16="http://schemas.microsoft.com/office/drawing/2014/main" id="{7C31FA7E-CC1A-C509-C718-AFE0084D1618}"/>
              </a:ext>
            </a:extLst>
          </p:cNvPr>
          <p:cNvPicPr>
            <a:picLocks noChangeAspect="1"/>
          </p:cNvPicPr>
          <p:nvPr/>
        </p:nvPicPr>
        <p:blipFill>
          <a:blip r:embed="rId3">
            <a:extLst>
              <a:ext uri="{28A0092B-C50C-407E-A947-70E740481C1C}">
                <a14:useLocalDpi xmlns:a14="http://schemas.microsoft.com/office/drawing/2010/main" val="0"/>
              </a:ext>
            </a:extLst>
          </a:blip>
          <a:srcRect l="14309" t="35685" r="64692" b="43057"/>
          <a:stretch>
            <a:fillRect/>
          </a:stretch>
        </p:blipFill>
        <p:spPr>
          <a:xfrm>
            <a:off x="7441809" y="438667"/>
            <a:ext cx="2785403" cy="3233001"/>
          </a:xfrm>
          <a:prstGeom prst="rect">
            <a:avLst/>
          </a:prstGeom>
        </p:spPr>
      </p:pic>
      <p:sp>
        <p:nvSpPr>
          <p:cNvPr id="10" name="Text4">
            <a:extLst>
              <a:ext uri="{FF2B5EF4-FFF2-40B4-BE49-F238E27FC236}">
                <a16:creationId xmlns:a16="http://schemas.microsoft.com/office/drawing/2014/main" id="{DB345336-6D0D-E222-1F9B-DA02300A7533}"/>
              </a:ext>
            </a:extLst>
          </p:cNvPr>
          <p:cNvSpPr txBox="1"/>
          <p:nvPr/>
        </p:nvSpPr>
        <p:spPr>
          <a:xfrm>
            <a:off x="5416063" y="4032263"/>
            <a:ext cx="6668086" cy="2585323"/>
          </a:xfrm>
          <a:prstGeom prst="rect">
            <a:avLst/>
          </a:prstGeom>
          <a:noFill/>
        </p:spPr>
        <p:txBody>
          <a:bodyPr wrap="square">
            <a:spAutoFit/>
          </a:bodyPr>
          <a:lstStyle/>
          <a:p>
            <a:pPr algn="just"/>
            <a:r>
              <a:rPr lang="en-IM" b="1" i="1" dirty="0">
                <a:solidFill>
                  <a:schemeClr val="bg1"/>
                </a:solidFill>
                <a:latin typeface="+mj-lt"/>
              </a:rPr>
              <a:t>4. Monthly Aggregated Sales Profit Report</a:t>
            </a:r>
            <a:endParaRPr lang="en-US" b="1" i="1" dirty="0">
              <a:solidFill>
                <a:schemeClr val="bg1"/>
              </a:solidFill>
              <a:latin typeface="+mj-lt"/>
            </a:endParaRPr>
          </a:p>
          <a:p>
            <a:pPr algn="just"/>
            <a:endParaRPr lang="en-US" b="1" i="1" dirty="0">
              <a:solidFill>
                <a:schemeClr val="bg1"/>
              </a:solidFill>
              <a:latin typeface="+mj-lt"/>
            </a:endParaRPr>
          </a:p>
          <a:p>
            <a:r>
              <a:rPr lang="en-IM" b="1" i="1" dirty="0">
                <a:solidFill>
                  <a:schemeClr val="bg1"/>
                </a:solidFill>
                <a:latin typeface="+mj-lt"/>
              </a:rPr>
              <a:t>SELECT     DATE_FORMAT(</a:t>
            </a:r>
            <a:r>
              <a:rPr lang="en-IM" b="1" i="1" dirty="0" err="1">
                <a:solidFill>
                  <a:schemeClr val="bg1"/>
                </a:solidFill>
                <a:latin typeface="+mj-lt"/>
              </a:rPr>
              <a:t>OrderDate</a:t>
            </a:r>
            <a:r>
              <a:rPr lang="en-IM" b="1" i="1" dirty="0">
                <a:solidFill>
                  <a:schemeClr val="bg1"/>
                </a:solidFill>
                <a:latin typeface="+mj-lt"/>
              </a:rPr>
              <a:t>, '%Y-%m') AS Month,    </a:t>
            </a:r>
            <a:endParaRPr lang="en-US" b="1" i="1" dirty="0">
              <a:solidFill>
                <a:schemeClr val="bg1"/>
              </a:solidFill>
              <a:latin typeface="+mj-lt"/>
            </a:endParaRPr>
          </a:p>
          <a:p>
            <a:endParaRPr lang="en-US" b="1" i="1" dirty="0">
              <a:solidFill>
                <a:schemeClr val="bg1"/>
              </a:solidFill>
              <a:latin typeface="+mj-lt"/>
            </a:endParaRPr>
          </a:p>
          <a:p>
            <a:r>
              <a:rPr lang="en-IM" b="1" i="1" dirty="0">
                <a:solidFill>
                  <a:schemeClr val="bg1"/>
                </a:solidFill>
                <a:latin typeface="+mj-lt"/>
              </a:rPr>
              <a:t>SUM(</a:t>
            </a:r>
            <a:r>
              <a:rPr lang="en-IM" b="1" i="1" dirty="0" err="1">
                <a:solidFill>
                  <a:schemeClr val="bg1"/>
                </a:solidFill>
                <a:latin typeface="+mj-lt"/>
              </a:rPr>
              <a:t>SalesAmount</a:t>
            </a:r>
            <a:r>
              <a:rPr lang="en-IM" b="1" i="1" dirty="0">
                <a:solidFill>
                  <a:schemeClr val="bg1"/>
                </a:solidFill>
                <a:latin typeface="+mj-lt"/>
              </a:rPr>
              <a:t>) AS </a:t>
            </a:r>
            <a:r>
              <a:rPr lang="en-IM" b="1" i="1" dirty="0" err="1">
                <a:solidFill>
                  <a:schemeClr val="bg1"/>
                </a:solidFill>
                <a:latin typeface="+mj-lt"/>
              </a:rPr>
              <a:t>TotalSales</a:t>
            </a:r>
            <a:r>
              <a:rPr lang="en-IM" b="1" i="1" dirty="0">
                <a:solidFill>
                  <a:schemeClr val="bg1"/>
                </a:solidFill>
                <a:latin typeface="+mj-lt"/>
              </a:rPr>
              <a:t>,    </a:t>
            </a:r>
            <a:endParaRPr lang="en-US" b="1" i="1" dirty="0">
              <a:solidFill>
                <a:schemeClr val="bg1"/>
              </a:solidFill>
              <a:latin typeface="+mj-lt"/>
            </a:endParaRPr>
          </a:p>
          <a:p>
            <a:r>
              <a:rPr lang="en-IM" b="1" i="1" dirty="0">
                <a:solidFill>
                  <a:schemeClr val="bg1"/>
                </a:solidFill>
                <a:latin typeface="+mj-lt"/>
              </a:rPr>
              <a:t>SUM(</a:t>
            </a:r>
            <a:r>
              <a:rPr lang="en-IM" b="1" i="1" dirty="0" err="1">
                <a:solidFill>
                  <a:schemeClr val="bg1"/>
                </a:solidFill>
                <a:latin typeface="+mj-lt"/>
              </a:rPr>
              <a:t>ProductionCost</a:t>
            </a:r>
            <a:r>
              <a:rPr lang="en-IM" b="1" i="1" dirty="0">
                <a:solidFill>
                  <a:schemeClr val="bg1"/>
                </a:solidFill>
                <a:latin typeface="+mj-lt"/>
              </a:rPr>
              <a:t>) AS </a:t>
            </a:r>
            <a:r>
              <a:rPr lang="en-IM" b="1" i="1" dirty="0" err="1">
                <a:solidFill>
                  <a:schemeClr val="bg1"/>
                </a:solidFill>
                <a:latin typeface="+mj-lt"/>
              </a:rPr>
              <a:t>TotalCost</a:t>
            </a:r>
            <a:r>
              <a:rPr lang="en-IM" b="1" i="1" dirty="0">
                <a:solidFill>
                  <a:schemeClr val="bg1"/>
                </a:solidFill>
                <a:latin typeface="+mj-lt"/>
              </a:rPr>
              <a:t>,    </a:t>
            </a:r>
            <a:endParaRPr lang="en-US" b="1" i="1" dirty="0">
              <a:solidFill>
                <a:schemeClr val="bg1"/>
              </a:solidFill>
              <a:latin typeface="+mj-lt"/>
            </a:endParaRPr>
          </a:p>
          <a:p>
            <a:r>
              <a:rPr lang="en-IM" b="1" i="1" dirty="0">
                <a:solidFill>
                  <a:schemeClr val="bg1"/>
                </a:solidFill>
                <a:latin typeface="+mj-lt"/>
              </a:rPr>
              <a:t>SUM(</a:t>
            </a:r>
            <a:r>
              <a:rPr lang="en-IM" b="1" i="1" dirty="0" err="1">
                <a:solidFill>
                  <a:schemeClr val="bg1"/>
                </a:solidFill>
                <a:latin typeface="+mj-lt"/>
              </a:rPr>
              <a:t>SalesAmount</a:t>
            </a:r>
            <a:r>
              <a:rPr lang="en-IM" b="1" i="1" dirty="0">
                <a:solidFill>
                  <a:schemeClr val="bg1"/>
                </a:solidFill>
                <a:latin typeface="+mj-lt"/>
              </a:rPr>
              <a:t> - </a:t>
            </a:r>
            <a:r>
              <a:rPr lang="en-IM" b="1" i="1" dirty="0" err="1">
                <a:solidFill>
                  <a:schemeClr val="bg1"/>
                </a:solidFill>
                <a:latin typeface="+mj-lt"/>
              </a:rPr>
              <a:t>ProductionCost</a:t>
            </a:r>
            <a:r>
              <a:rPr lang="en-IM" b="1" i="1" dirty="0">
                <a:solidFill>
                  <a:schemeClr val="bg1"/>
                </a:solidFill>
                <a:latin typeface="+mj-lt"/>
              </a:rPr>
              <a:t>) AS </a:t>
            </a:r>
            <a:r>
              <a:rPr lang="en-IM" b="1" i="1" dirty="0" err="1">
                <a:solidFill>
                  <a:schemeClr val="bg1"/>
                </a:solidFill>
                <a:latin typeface="+mj-lt"/>
              </a:rPr>
              <a:t>TotalProfit</a:t>
            </a:r>
            <a:r>
              <a:rPr lang="en-US" b="1" i="1" dirty="0">
                <a:solidFill>
                  <a:schemeClr val="bg1"/>
                </a:solidFill>
                <a:latin typeface="+mj-lt"/>
              </a:rPr>
              <a:t>  </a:t>
            </a:r>
            <a:r>
              <a:rPr lang="en-IM" b="1" i="1" dirty="0">
                <a:solidFill>
                  <a:schemeClr val="bg1"/>
                </a:solidFill>
                <a:latin typeface="+mj-lt"/>
              </a:rPr>
              <a:t>FROM sales1</a:t>
            </a:r>
            <a:r>
              <a:rPr lang="en-US" b="1" i="1" dirty="0">
                <a:solidFill>
                  <a:schemeClr val="bg1"/>
                </a:solidFill>
                <a:latin typeface="+mj-lt"/>
              </a:rPr>
              <a:t> </a:t>
            </a:r>
            <a:r>
              <a:rPr lang="en-IM" b="1" i="1" dirty="0">
                <a:solidFill>
                  <a:schemeClr val="bg1"/>
                </a:solidFill>
                <a:latin typeface="+mj-lt"/>
              </a:rPr>
              <a:t>GROUP BY DATE_FORMAT(</a:t>
            </a:r>
            <a:r>
              <a:rPr lang="en-IM" b="1" i="1" dirty="0" err="1">
                <a:solidFill>
                  <a:schemeClr val="bg1"/>
                </a:solidFill>
                <a:latin typeface="+mj-lt"/>
              </a:rPr>
              <a:t>OrderDate</a:t>
            </a:r>
            <a:r>
              <a:rPr lang="en-IM" b="1" i="1" dirty="0">
                <a:solidFill>
                  <a:schemeClr val="bg1"/>
                </a:solidFill>
                <a:latin typeface="+mj-lt"/>
              </a:rPr>
              <a:t>, '%Y-%m’)</a:t>
            </a:r>
            <a:r>
              <a:rPr lang="en-US" b="1" i="1" dirty="0">
                <a:solidFill>
                  <a:schemeClr val="bg1"/>
                </a:solidFill>
                <a:latin typeface="+mj-lt"/>
              </a:rPr>
              <a:t> ORDER BY </a:t>
            </a:r>
            <a:r>
              <a:rPr lang="en-US" b="1" i="1" dirty="0" err="1">
                <a:solidFill>
                  <a:schemeClr val="bg1"/>
                </a:solidFill>
                <a:latin typeface="+mj-lt"/>
              </a:rPr>
              <a:t>TotalProfit</a:t>
            </a:r>
            <a:r>
              <a:rPr lang="en-US" b="1" i="1" dirty="0">
                <a:solidFill>
                  <a:schemeClr val="bg1"/>
                </a:solidFill>
                <a:latin typeface="+mj-lt"/>
              </a:rPr>
              <a:t> DESC limit 5;</a:t>
            </a:r>
            <a:endParaRPr lang="en-IM" b="1" i="1" dirty="0">
              <a:solidFill>
                <a:schemeClr val="bg1"/>
              </a:solidFill>
              <a:latin typeface="+mj-lt"/>
            </a:endParaRPr>
          </a:p>
        </p:txBody>
      </p:sp>
      <p:sp>
        <p:nvSpPr>
          <p:cNvPr id="11" name="Rectangle 10">
            <a:extLst>
              <a:ext uri="{FF2B5EF4-FFF2-40B4-BE49-F238E27FC236}">
                <a16:creationId xmlns:a16="http://schemas.microsoft.com/office/drawing/2014/main" id="{F87BDCB6-4EC5-6FCE-A1AC-F1BADE15F946}"/>
              </a:ext>
            </a:extLst>
          </p:cNvPr>
          <p:cNvSpPr/>
          <p:nvPr/>
        </p:nvSpPr>
        <p:spPr>
          <a:xfrm>
            <a:off x="950740" y="3942538"/>
            <a:ext cx="3444239" cy="2743764"/>
          </a:xfrm>
          <a:prstGeom prst="rect">
            <a:avLst/>
          </a:prstGeom>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M"/>
          </a:p>
        </p:txBody>
      </p:sp>
      <p:pic>
        <p:nvPicPr>
          <p:cNvPr id="13" name="query4">
            <a:extLst>
              <a:ext uri="{FF2B5EF4-FFF2-40B4-BE49-F238E27FC236}">
                <a16:creationId xmlns:a16="http://schemas.microsoft.com/office/drawing/2014/main" id="{2512A9BD-A152-BD8F-E22B-5719EEEDEACD}"/>
              </a:ext>
            </a:extLst>
          </p:cNvPr>
          <p:cNvPicPr>
            <a:picLocks noChangeAspect="1"/>
          </p:cNvPicPr>
          <p:nvPr/>
        </p:nvPicPr>
        <p:blipFill>
          <a:blip r:embed="rId4">
            <a:extLst>
              <a:ext uri="{28A0092B-C50C-407E-A947-70E740481C1C}">
                <a14:useLocalDpi xmlns:a14="http://schemas.microsoft.com/office/drawing/2010/main" val="0"/>
              </a:ext>
            </a:extLst>
          </a:blip>
          <a:srcRect l="14308" t="35891" r="62307" b="45023"/>
          <a:stretch>
            <a:fillRect/>
          </a:stretch>
        </p:blipFill>
        <p:spPr>
          <a:xfrm>
            <a:off x="950741" y="4055947"/>
            <a:ext cx="3444238" cy="2585323"/>
          </a:xfrm>
          <a:prstGeom prst="rect">
            <a:avLst/>
          </a:prstGeom>
        </p:spPr>
      </p:pic>
    </p:spTree>
    <p:extLst>
      <p:ext uri="{BB962C8B-B14F-4D97-AF65-F5344CB8AC3E}">
        <p14:creationId xmlns:p14="http://schemas.microsoft.com/office/powerpoint/2010/main" val="36046306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nextCondLst>
                <p:cond evt="onClick" delay="0">
                  <p:tgtEl>
                    <p:spTgt spid="3"/>
                  </p:tgtEl>
                </p:cond>
              </p:nextCondLst>
            </p:seq>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arn(inVertical)">
                                      <p:cBhvr>
                                        <p:cTn id="13" dur="500"/>
                                        <p:tgtEl>
                                          <p:spTgt spid="13"/>
                                        </p:tgtEl>
                                      </p:cBhvr>
                                    </p:animEffect>
                                  </p:childTnLst>
                                </p:cTn>
                              </p:par>
                            </p:childTnLst>
                          </p:cTn>
                        </p:par>
                      </p:childTnLst>
                    </p:cTn>
                  </p:par>
                </p:childTnLst>
              </p:cTn>
              <p:nextCondLst>
                <p:cond evt="onClick" delay="0">
                  <p:tgtEl>
                    <p:spTgt spid="10"/>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3D98C16-0FD5-2387-3462-828F6D52BD9E}"/>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CDB408B-DADD-DC8D-DFAB-308101E2950C}"/>
              </a:ext>
            </a:extLst>
          </p:cNvPr>
          <p:cNvSpPr/>
          <p:nvPr/>
        </p:nvSpPr>
        <p:spPr>
          <a:xfrm>
            <a:off x="7671582" y="407962"/>
            <a:ext cx="3169920" cy="3179299"/>
          </a:xfrm>
          <a:prstGeom prst="rect">
            <a:avLst/>
          </a:prstGeom>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M"/>
          </a:p>
        </p:txBody>
      </p:sp>
      <p:sp>
        <p:nvSpPr>
          <p:cNvPr id="3" name="Text5">
            <a:extLst>
              <a:ext uri="{FF2B5EF4-FFF2-40B4-BE49-F238E27FC236}">
                <a16:creationId xmlns:a16="http://schemas.microsoft.com/office/drawing/2014/main" id="{30D46B8E-A913-CCAB-3752-94D045EDC96F}"/>
              </a:ext>
            </a:extLst>
          </p:cNvPr>
          <p:cNvSpPr txBox="1"/>
          <p:nvPr/>
        </p:nvSpPr>
        <p:spPr>
          <a:xfrm>
            <a:off x="370450" y="412709"/>
            <a:ext cx="6522720" cy="1754326"/>
          </a:xfrm>
          <a:prstGeom prst="rect">
            <a:avLst/>
          </a:prstGeom>
          <a:noFill/>
        </p:spPr>
        <p:txBody>
          <a:bodyPr wrap="square">
            <a:spAutoFit/>
          </a:bodyPr>
          <a:lstStyle/>
          <a:p>
            <a:r>
              <a:rPr lang="en-IM" dirty="0"/>
              <a:t> </a:t>
            </a:r>
            <a:r>
              <a:rPr lang="en-IM" b="1" i="1" dirty="0">
                <a:solidFill>
                  <a:schemeClr val="bg1"/>
                </a:solidFill>
                <a:latin typeface="+mj-lt"/>
              </a:rPr>
              <a:t>5. Join sales1 and </a:t>
            </a:r>
            <a:r>
              <a:rPr lang="en-IM" b="1" i="1" dirty="0" err="1">
                <a:solidFill>
                  <a:schemeClr val="bg1"/>
                </a:solidFill>
                <a:latin typeface="+mj-lt"/>
              </a:rPr>
              <a:t>dimdate</a:t>
            </a:r>
            <a:r>
              <a:rPr lang="en-IM" b="1" i="1" dirty="0">
                <a:solidFill>
                  <a:schemeClr val="bg1"/>
                </a:solidFill>
                <a:latin typeface="+mj-lt"/>
              </a:rPr>
              <a:t> to see sales by weekday </a:t>
            </a:r>
            <a:endParaRPr lang="en-US" b="1" i="1" dirty="0">
              <a:solidFill>
                <a:schemeClr val="bg1"/>
              </a:solidFill>
              <a:latin typeface="+mj-lt"/>
            </a:endParaRPr>
          </a:p>
          <a:p>
            <a:endParaRPr lang="en-US" i="1" dirty="0">
              <a:solidFill>
                <a:schemeClr val="bg1"/>
              </a:solidFill>
              <a:latin typeface="+mj-lt"/>
            </a:endParaRPr>
          </a:p>
          <a:p>
            <a:r>
              <a:rPr lang="en-IM" b="1" i="1" dirty="0">
                <a:solidFill>
                  <a:schemeClr val="bg1"/>
                </a:solidFill>
                <a:latin typeface="+mj-lt"/>
              </a:rPr>
              <a:t>SELECT </a:t>
            </a:r>
            <a:r>
              <a:rPr lang="en-IM" b="1" i="1" dirty="0" err="1">
                <a:solidFill>
                  <a:schemeClr val="bg1"/>
                </a:solidFill>
                <a:latin typeface="+mj-lt"/>
              </a:rPr>
              <a:t>d.EnglishDayNameOfWeek</a:t>
            </a:r>
            <a:r>
              <a:rPr lang="en-IM" b="1" i="1" dirty="0">
                <a:solidFill>
                  <a:schemeClr val="bg1"/>
                </a:solidFill>
                <a:latin typeface="+mj-lt"/>
              </a:rPr>
              <a:t>, COUNT(*) AS </a:t>
            </a:r>
            <a:r>
              <a:rPr lang="en-IM" b="1" i="1" dirty="0" err="1">
                <a:solidFill>
                  <a:schemeClr val="bg1"/>
                </a:solidFill>
                <a:latin typeface="+mj-lt"/>
              </a:rPr>
              <a:t>Total_Orders</a:t>
            </a:r>
            <a:r>
              <a:rPr lang="en-US" b="1" i="1" dirty="0">
                <a:solidFill>
                  <a:schemeClr val="bg1"/>
                </a:solidFill>
                <a:latin typeface="+mj-lt"/>
              </a:rPr>
              <a:t>  </a:t>
            </a:r>
            <a:r>
              <a:rPr lang="en-IM" b="1" i="1" dirty="0">
                <a:solidFill>
                  <a:schemeClr val="bg1"/>
                </a:solidFill>
                <a:latin typeface="+mj-lt"/>
              </a:rPr>
              <a:t>FROM sales1 s</a:t>
            </a:r>
            <a:r>
              <a:rPr lang="en-US" b="1" i="1" dirty="0">
                <a:solidFill>
                  <a:schemeClr val="bg1"/>
                </a:solidFill>
                <a:latin typeface="+mj-lt"/>
              </a:rPr>
              <a:t> </a:t>
            </a:r>
            <a:r>
              <a:rPr lang="en-IM" b="1" i="1" dirty="0">
                <a:solidFill>
                  <a:schemeClr val="bg1"/>
                </a:solidFill>
                <a:latin typeface="+mj-lt"/>
              </a:rPr>
              <a:t>JOIN </a:t>
            </a:r>
            <a:r>
              <a:rPr lang="en-IM" b="1" i="1" dirty="0" err="1">
                <a:solidFill>
                  <a:schemeClr val="bg1"/>
                </a:solidFill>
                <a:latin typeface="+mj-lt"/>
              </a:rPr>
              <a:t>dimdate</a:t>
            </a:r>
            <a:r>
              <a:rPr lang="en-IM" b="1" i="1" dirty="0">
                <a:solidFill>
                  <a:schemeClr val="bg1"/>
                </a:solidFill>
                <a:latin typeface="+mj-lt"/>
              </a:rPr>
              <a:t> d ON </a:t>
            </a:r>
            <a:r>
              <a:rPr lang="en-IM" b="1" i="1" dirty="0" err="1">
                <a:solidFill>
                  <a:schemeClr val="bg1"/>
                </a:solidFill>
                <a:latin typeface="+mj-lt"/>
              </a:rPr>
              <a:t>s.OrderDateKey</a:t>
            </a:r>
            <a:r>
              <a:rPr lang="en-IM" b="1" i="1" dirty="0">
                <a:solidFill>
                  <a:schemeClr val="bg1"/>
                </a:solidFill>
                <a:latin typeface="+mj-lt"/>
              </a:rPr>
              <a:t> = </a:t>
            </a:r>
            <a:r>
              <a:rPr lang="en-IM" b="1" i="1" dirty="0" err="1">
                <a:solidFill>
                  <a:schemeClr val="bg1"/>
                </a:solidFill>
                <a:latin typeface="+mj-lt"/>
              </a:rPr>
              <a:t>d.DateKey</a:t>
            </a:r>
            <a:r>
              <a:rPr lang="en-US" b="1" i="1" dirty="0">
                <a:solidFill>
                  <a:schemeClr val="bg1"/>
                </a:solidFill>
                <a:latin typeface="+mj-lt"/>
              </a:rPr>
              <a:t> </a:t>
            </a:r>
            <a:r>
              <a:rPr lang="en-IM" b="1" i="1" dirty="0">
                <a:solidFill>
                  <a:schemeClr val="bg1"/>
                </a:solidFill>
                <a:latin typeface="+mj-lt"/>
              </a:rPr>
              <a:t>GROUP BY </a:t>
            </a:r>
            <a:r>
              <a:rPr lang="en-IM" b="1" i="1" dirty="0" err="1">
                <a:solidFill>
                  <a:schemeClr val="bg1"/>
                </a:solidFill>
                <a:latin typeface="+mj-lt"/>
              </a:rPr>
              <a:t>d.EnglishDayNameOfWeek</a:t>
            </a:r>
            <a:r>
              <a:rPr lang="en-US" b="1" i="1" dirty="0">
                <a:solidFill>
                  <a:schemeClr val="bg1"/>
                </a:solidFill>
                <a:latin typeface="+mj-lt"/>
              </a:rPr>
              <a:t> </a:t>
            </a:r>
            <a:r>
              <a:rPr lang="en-IM" b="1" i="1" dirty="0">
                <a:solidFill>
                  <a:schemeClr val="bg1"/>
                </a:solidFill>
                <a:latin typeface="+mj-lt"/>
              </a:rPr>
              <a:t>ORDER BY </a:t>
            </a:r>
            <a:r>
              <a:rPr lang="en-IM" b="1" i="1" dirty="0" err="1">
                <a:solidFill>
                  <a:schemeClr val="bg1"/>
                </a:solidFill>
                <a:latin typeface="+mj-lt"/>
              </a:rPr>
              <a:t>Total_Orders</a:t>
            </a:r>
            <a:r>
              <a:rPr lang="en-IM" b="1" i="1" dirty="0">
                <a:solidFill>
                  <a:schemeClr val="bg1"/>
                </a:solidFill>
                <a:latin typeface="+mj-lt"/>
              </a:rPr>
              <a:t> DESC;</a:t>
            </a:r>
          </a:p>
        </p:txBody>
      </p:sp>
      <p:pic>
        <p:nvPicPr>
          <p:cNvPr id="5" name="query5">
            <a:extLst>
              <a:ext uri="{FF2B5EF4-FFF2-40B4-BE49-F238E27FC236}">
                <a16:creationId xmlns:a16="http://schemas.microsoft.com/office/drawing/2014/main" id="{3EA2697A-A935-FFA6-0DD6-717400B2DD91}"/>
              </a:ext>
            </a:extLst>
          </p:cNvPr>
          <p:cNvPicPr>
            <a:picLocks noChangeAspect="1"/>
          </p:cNvPicPr>
          <p:nvPr/>
        </p:nvPicPr>
        <p:blipFill>
          <a:blip r:embed="rId3">
            <a:extLst>
              <a:ext uri="{28A0092B-C50C-407E-A947-70E740481C1C}">
                <a14:useLocalDpi xmlns:a14="http://schemas.microsoft.com/office/drawing/2010/main" val="0"/>
              </a:ext>
            </a:extLst>
          </a:blip>
          <a:srcRect l="13888" t="36096" r="65961" b="39482"/>
          <a:stretch>
            <a:fillRect/>
          </a:stretch>
        </p:blipFill>
        <p:spPr>
          <a:xfrm>
            <a:off x="7725508" y="557431"/>
            <a:ext cx="3062067" cy="2880360"/>
          </a:xfrm>
          <a:prstGeom prst="rect">
            <a:avLst/>
          </a:prstGeom>
        </p:spPr>
      </p:pic>
      <p:sp>
        <p:nvSpPr>
          <p:cNvPr id="9" name="Rectangle 8">
            <a:extLst>
              <a:ext uri="{FF2B5EF4-FFF2-40B4-BE49-F238E27FC236}">
                <a16:creationId xmlns:a16="http://schemas.microsoft.com/office/drawing/2014/main" id="{086721CB-CE70-A936-066E-D298E4312779}"/>
              </a:ext>
            </a:extLst>
          </p:cNvPr>
          <p:cNvSpPr/>
          <p:nvPr/>
        </p:nvSpPr>
        <p:spPr>
          <a:xfrm>
            <a:off x="773722" y="3429000"/>
            <a:ext cx="3305908" cy="3121270"/>
          </a:xfrm>
          <a:prstGeom prst="rect">
            <a:avLst/>
          </a:prstGeom>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M"/>
          </a:p>
        </p:txBody>
      </p:sp>
      <p:pic>
        <p:nvPicPr>
          <p:cNvPr id="11" name="query6">
            <a:extLst>
              <a:ext uri="{FF2B5EF4-FFF2-40B4-BE49-F238E27FC236}">
                <a16:creationId xmlns:a16="http://schemas.microsoft.com/office/drawing/2014/main" id="{4FE84CD5-8BB2-FC47-6AED-E80C318250BB}"/>
              </a:ext>
            </a:extLst>
          </p:cNvPr>
          <p:cNvPicPr>
            <a:picLocks noChangeAspect="1"/>
          </p:cNvPicPr>
          <p:nvPr/>
        </p:nvPicPr>
        <p:blipFill>
          <a:blip r:embed="rId4">
            <a:extLst>
              <a:ext uri="{28A0092B-C50C-407E-A947-70E740481C1C}">
                <a14:useLocalDpi xmlns:a14="http://schemas.microsoft.com/office/drawing/2010/main" val="0"/>
              </a:ext>
            </a:extLst>
          </a:blip>
          <a:srcRect l="14654" t="35891" r="68846" b="17728"/>
          <a:stretch>
            <a:fillRect/>
          </a:stretch>
        </p:blipFill>
        <p:spPr>
          <a:xfrm>
            <a:off x="984737" y="3477019"/>
            <a:ext cx="2883878" cy="3043222"/>
          </a:xfrm>
          <a:prstGeom prst="rect">
            <a:avLst/>
          </a:prstGeom>
        </p:spPr>
      </p:pic>
      <p:sp>
        <p:nvSpPr>
          <p:cNvPr id="12" name="Text6">
            <a:extLst>
              <a:ext uri="{FF2B5EF4-FFF2-40B4-BE49-F238E27FC236}">
                <a16:creationId xmlns:a16="http://schemas.microsoft.com/office/drawing/2014/main" id="{FAF16A01-7F36-6F6C-DF86-3E8C94049052}"/>
              </a:ext>
            </a:extLst>
          </p:cNvPr>
          <p:cNvSpPr txBox="1"/>
          <p:nvPr/>
        </p:nvSpPr>
        <p:spPr>
          <a:xfrm>
            <a:off x="5036234" y="4009292"/>
            <a:ext cx="6382044" cy="2862322"/>
          </a:xfrm>
          <a:prstGeom prst="rect">
            <a:avLst/>
          </a:prstGeom>
          <a:noFill/>
        </p:spPr>
        <p:txBody>
          <a:bodyPr wrap="square" rtlCol="0">
            <a:spAutoFit/>
          </a:bodyPr>
          <a:lstStyle/>
          <a:p>
            <a:r>
              <a:rPr lang="en-IM" b="1" i="1" dirty="0">
                <a:solidFill>
                  <a:schemeClr val="bg1"/>
                </a:solidFill>
                <a:latin typeface="+mj-lt"/>
              </a:rPr>
              <a:t>6. finding the middle name N/A and getting </a:t>
            </a:r>
            <a:r>
              <a:rPr lang="en-IM" b="1" i="1" dirty="0" err="1">
                <a:solidFill>
                  <a:schemeClr val="bg1"/>
                </a:solidFill>
                <a:latin typeface="+mj-lt"/>
              </a:rPr>
              <a:t>customerfull</a:t>
            </a:r>
            <a:r>
              <a:rPr lang="en-IM" b="1" i="1" dirty="0">
                <a:solidFill>
                  <a:schemeClr val="bg1"/>
                </a:solidFill>
                <a:latin typeface="+mj-lt"/>
              </a:rPr>
              <a:t> name</a:t>
            </a:r>
            <a:endParaRPr lang="en-US" b="1" i="1" dirty="0">
              <a:solidFill>
                <a:schemeClr val="bg1"/>
              </a:solidFill>
              <a:latin typeface="+mj-lt"/>
            </a:endParaRPr>
          </a:p>
          <a:p>
            <a:endParaRPr lang="en-US" b="1" i="1" dirty="0">
              <a:solidFill>
                <a:schemeClr val="bg1"/>
              </a:solidFill>
              <a:latin typeface="+mj-lt"/>
            </a:endParaRPr>
          </a:p>
          <a:p>
            <a:r>
              <a:rPr lang="en-IM" b="1" i="1" dirty="0">
                <a:solidFill>
                  <a:schemeClr val="bg1"/>
                </a:solidFill>
                <a:latin typeface="+mj-lt"/>
              </a:rPr>
              <a:t>SELECT *FROM </a:t>
            </a:r>
            <a:r>
              <a:rPr lang="en-IM" b="1" i="1" dirty="0" err="1">
                <a:solidFill>
                  <a:schemeClr val="bg1"/>
                </a:solidFill>
                <a:latin typeface="+mj-lt"/>
              </a:rPr>
              <a:t>customersWHERE</a:t>
            </a:r>
            <a:r>
              <a:rPr lang="en-US" b="1" i="1" dirty="0">
                <a:solidFill>
                  <a:schemeClr val="bg1"/>
                </a:solidFill>
                <a:latin typeface="+mj-lt"/>
              </a:rPr>
              <a:t> </a:t>
            </a:r>
            <a:r>
              <a:rPr lang="en-IM" b="1" i="1" dirty="0">
                <a:solidFill>
                  <a:schemeClr val="bg1"/>
                </a:solidFill>
                <a:latin typeface="+mj-lt"/>
              </a:rPr>
              <a:t> LOWER(</a:t>
            </a:r>
            <a:r>
              <a:rPr lang="en-IM" b="1" i="1" dirty="0" err="1">
                <a:solidFill>
                  <a:schemeClr val="bg1"/>
                </a:solidFill>
                <a:latin typeface="+mj-lt"/>
              </a:rPr>
              <a:t>MiddleName</a:t>
            </a:r>
            <a:r>
              <a:rPr lang="en-IM" b="1" i="1" dirty="0">
                <a:solidFill>
                  <a:schemeClr val="bg1"/>
                </a:solidFill>
                <a:latin typeface="+mj-lt"/>
              </a:rPr>
              <a:t>) = 'N/A’;</a:t>
            </a:r>
            <a:endParaRPr lang="en-US" b="1" i="1" dirty="0">
              <a:solidFill>
                <a:schemeClr val="bg1"/>
              </a:solidFill>
              <a:latin typeface="+mj-lt"/>
            </a:endParaRPr>
          </a:p>
          <a:p>
            <a:endParaRPr lang="en-US" b="1" i="1" dirty="0">
              <a:solidFill>
                <a:schemeClr val="bg1"/>
              </a:solidFill>
              <a:latin typeface="+mj-lt"/>
            </a:endParaRPr>
          </a:p>
          <a:p>
            <a:r>
              <a:rPr lang="en-IM" b="1" i="1" dirty="0">
                <a:solidFill>
                  <a:schemeClr val="bg1"/>
                </a:solidFill>
                <a:latin typeface="+mj-lt"/>
              </a:rPr>
              <a:t>SELECT   </a:t>
            </a:r>
            <a:r>
              <a:rPr lang="en-IM" b="1" i="1" dirty="0" err="1">
                <a:solidFill>
                  <a:schemeClr val="bg1"/>
                </a:solidFill>
                <a:latin typeface="+mj-lt"/>
              </a:rPr>
              <a:t>CustomerKey</a:t>
            </a:r>
            <a:r>
              <a:rPr lang="en-IM" b="1" i="1" dirty="0">
                <a:solidFill>
                  <a:schemeClr val="bg1"/>
                </a:solidFill>
                <a:latin typeface="+mj-lt"/>
              </a:rPr>
              <a:t>,  CONCAT_WS(' ', FirstName,     NULLIF(</a:t>
            </a:r>
            <a:r>
              <a:rPr lang="en-IM" b="1" i="1" dirty="0" err="1">
                <a:solidFill>
                  <a:schemeClr val="bg1"/>
                </a:solidFill>
                <a:latin typeface="+mj-lt"/>
              </a:rPr>
              <a:t>MiddleName</a:t>
            </a:r>
            <a:r>
              <a:rPr lang="en-IM" b="1" i="1" dirty="0">
                <a:solidFill>
                  <a:schemeClr val="bg1"/>
                </a:solidFill>
                <a:latin typeface="+mj-lt"/>
              </a:rPr>
              <a:t>, 'N/A'),     LastName  ) AS </a:t>
            </a:r>
            <a:r>
              <a:rPr lang="en-IM" b="1" i="1" dirty="0" err="1">
                <a:solidFill>
                  <a:schemeClr val="bg1"/>
                </a:solidFill>
                <a:latin typeface="+mj-lt"/>
              </a:rPr>
              <a:t>FullName</a:t>
            </a:r>
            <a:r>
              <a:rPr lang="en-US" b="1" i="1" dirty="0">
                <a:solidFill>
                  <a:schemeClr val="bg1"/>
                </a:solidFill>
                <a:latin typeface="+mj-lt"/>
              </a:rPr>
              <a:t> </a:t>
            </a:r>
            <a:r>
              <a:rPr lang="en-IM" b="1" i="1" dirty="0">
                <a:solidFill>
                  <a:schemeClr val="bg1"/>
                </a:solidFill>
                <a:latin typeface="+mj-lt"/>
              </a:rPr>
              <a:t>FROM customers;</a:t>
            </a:r>
          </a:p>
          <a:p>
            <a:endParaRPr lang="en-IM" dirty="0"/>
          </a:p>
        </p:txBody>
      </p:sp>
    </p:spTree>
    <p:extLst>
      <p:ext uri="{BB962C8B-B14F-4D97-AF65-F5344CB8AC3E}">
        <p14:creationId xmlns:p14="http://schemas.microsoft.com/office/powerpoint/2010/main" val="33613981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nextCondLst>
                <p:cond evt="onClick" delay="0">
                  <p:tgtEl>
                    <p:spTgt spid="3"/>
                  </p:tgtEl>
                </p:cond>
              </p:nextCondLst>
            </p:seq>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arn(inVertical)">
                                      <p:cBhvr>
                                        <p:cTn id="13" dur="500"/>
                                        <p:tgtEl>
                                          <p:spTgt spid="11"/>
                                        </p:tgtEl>
                                      </p:cBhvr>
                                    </p:animEffect>
                                  </p:childTnLst>
                                </p:cTn>
                              </p:par>
                            </p:childTnLst>
                          </p:cTn>
                        </p:par>
                      </p:childTnLst>
                    </p:cTn>
                  </p:par>
                </p:childTnLst>
              </p:cTn>
              <p:nextCondLst>
                <p:cond evt="onClick" delay="0">
                  <p:tgtEl>
                    <p:spTgt spid="12"/>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E00E37C-2F31-60E3-B390-C808E0B3941B}"/>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91574D3B-719D-4F8E-8ABF-F32EBA7620FF}"/>
              </a:ext>
            </a:extLst>
          </p:cNvPr>
          <p:cNvSpPr/>
          <p:nvPr/>
        </p:nvSpPr>
        <p:spPr>
          <a:xfrm>
            <a:off x="6991643" y="1392703"/>
            <a:ext cx="4515727" cy="4524314"/>
          </a:xfrm>
          <a:prstGeom prst="rect">
            <a:avLst/>
          </a:prstGeom>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M"/>
          </a:p>
        </p:txBody>
      </p:sp>
      <p:sp>
        <p:nvSpPr>
          <p:cNvPr id="3" name="Text7">
            <a:extLst>
              <a:ext uri="{FF2B5EF4-FFF2-40B4-BE49-F238E27FC236}">
                <a16:creationId xmlns:a16="http://schemas.microsoft.com/office/drawing/2014/main" id="{4D2AD77E-9565-C399-A271-E6C38EF21957}"/>
              </a:ext>
            </a:extLst>
          </p:cNvPr>
          <p:cNvSpPr txBox="1"/>
          <p:nvPr/>
        </p:nvSpPr>
        <p:spPr>
          <a:xfrm>
            <a:off x="858129" y="435714"/>
            <a:ext cx="5237871" cy="6186309"/>
          </a:xfrm>
          <a:prstGeom prst="rect">
            <a:avLst/>
          </a:prstGeom>
          <a:noFill/>
        </p:spPr>
        <p:txBody>
          <a:bodyPr wrap="square">
            <a:spAutoFit/>
          </a:bodyPr>
          <a:lstStyle/>
          <a:p>
            <a:r>
              <a:rPr lang="en-IM" b="1" i="1" dirty="0">
                <a:solidFill>
                  <a:schemeClr val="bg1"/>
                </a:solidFill>
                <a:latin typeface="+mj-lt"/>
              </a:rPr>
              <a:t>7. view </a:t>
            </a:r>
          </a:p>
          <a:p>
            <a:endParaRPr lang="en-US" b="1" i="1" dirty="0">
              <a:solidFill>
                <a:schemeClr val="bg1"/>
              </a:solidFill>
              <a:latin typeface="+mj-lt"/>
            </a:endParaRPr>
          </a:p>
          <a:p>
            <a:r>
              <a:rPr lang="en-US" b="1" i="1" dirty="0">
                <a:solidFill>
                  <a:schemeClr val="bg1"/>
                </a:solidFill>
                <a:latin typeface="+mj-lt"/>
              </a:rPr>
              <a:t>CREATE </a:t>
            </a:r>
          </a:p>
          <a:p>
            <a:r>
              <a:rPr lang="en-US" b="1" i="1" dirty="0">
                <a:solidFill>
                  <a:schemeClr val="bg1"/>
                </a:solidFill>
                <a:latin typeface="+mj-lt"/>
              </a:rPr>
              <a:t>    ALGORITHM = UNDEFINED </a:t>
            </a:r>
          </a:p>
          <a:p>
            <a:r>
              <a:rPr lang="en-US" b="1" i="1" dirty="0">
                <a:solidFill>
                  <a:schemeClr val="bg1"/>
                </a:solidFill>
                <a:latin typeface="+mj-lt"/>
              </a:rPr>
              <a:t>    DEFINER = `</a:t>
            </a:r>
            <a:r>
              <a:rPr lang="en-US" b="1" i="1" dirty="0" err="1">
                <a:solidFill>
                  <a:schemeClr val="bg1"/>
                </a:solidFill>
                <a:latin typeface="+mj-lt"/>
              </a:rPr>
              <a:t>root`@`localhost</a:t>
            </a:r>
            <a:r>
              <a:rPr lang="en-US" b="1" i="1" dirty="0">
                <a:solidFill>
                  <a:schemeClr val="bg1"/>
                </a:solidFill>
                <a:latin typeface="+mj-lt"/>
              </a:rPr>
              <a:t>` </a:t>
            </a:r>
          </a:p>
          <a:p>
            <a:r>
              <a:rPr lang="en-US" b="1" i="1" dirty="0">
                <a:solidFill>
                  <a:schemeClr val="bg1"/>
                </a:solidFill>
                <a:latin typeface="+mj-lt"/>
              </a:rPr>
              <a:t>    SQL SECURITY DEFINER </a:t>
            </a:r>
          </a:p>
          <a:p>
            <a:r>
              <a:rPr lang="en-US" b="1" i="1" dirty="0">
                <a:solidFill>
                  <a:schemeClr val="bg1"/>
                </a:solidFill>
                <a:latin typeface="+mj-lt"/>
              </a:rPr>
              <a:t>VIEW `</a:t>
            </a:r>
            <a:r>
              <a:rPr lang="en-US" b="1" i="1" dirty="0" err="1">
                <a:solidFill>
                  <a:schemeClr val="bg1"/>
                </a:solidFill>
                <a:latin typeface="+mj-lt"/>
              </a:rPr>
              <a:t>adventureworks</a:t>
            </a:r>
            <a:r>
              <a:rPr lang="en-US" b="1" i="1" dirty="0">
                <a:solidFill>
                  <a:schemeClr val="bg1"/>
                </a:solidFill>
                <a:latin typeface="+mj-lt"/>
              </a:rPr>
              <a:t>`.`</a:t>
            </a:r>
            <a:r>
              <a:rPr lang="en-US" b="1" i="1" dirty="0" err="1">
                <a:solidFill>
                  <a:schemeClr val="bg1"/>
                </a:solidFill>
                <a:latin typeface="+mj-lt"/>
              </a:rPr>
              <a:t>vw_customer_territory</a:t>
            </a:r>
            <a:r>
              <a:rPr lang="en-US" b="1" i="1" dirty="0">
                <a:solidFill>
                  <a:schemeClr val="bg1"/>
                </a:solidFill>
                <a:latin typeface="+mj-lt"/>
              </a:rPr>
              <a:t>` AS</a:t>
            </a:r>
          </a:p>
          <a:p>
            <a:r>
              <a:rPr lang="en-US" b="1" i="1" dirty="0">
                <a:solidFill>
                  <a:schemeClr val="bg1"/>
                </a:solidFill>
                <a:latin typeface="+mj-lt"/>
              </a:rPr>
              <a:t>    </a:t>
            </a:r>
          </a:p>
          <a:p>
            <a:r>
              <a:rPr lang="en-US" b="1" i="1" dirty="0">
                <a:solidFill>
                  <a:schemeClr val="bg1"/>
                </a:solidFill>
                <a:latin typeface="+mj-lt"/>
              </a:rPr>
              <a:t>SELECT </a:t>
            </a:r>
          </a:p>
          <a:p>
            <a:r>
              <a:rPr lang="en-US" b="1" i="1" dirty="0">
                <a:solidFill>
                  <a:schemeClr val="bg1"/>
                </a:solidFill>
                <a:latin typeface="+mj-lt"/>
              </a:rPr>
              <a:t>        </a:t>
            </a:r>
            <a:r>
              <a:rPr lang="en-US" b="1" i="1" dirty="0" err="1">
                <a:solidFill>
                  <a:schemeClr val="bg1"/>
                </a:solidFill>
                <a:latin typeface="+mj-lt"/>
              </a:rPr>
              <a:t>c.CustomerKey</a:t>
            </a:r>
            <a:r>
              <a:rPr lang="en-US" b="1" i="1" dirty="0">
                <a:solidFill>
                  <a:schemeClr val="bg1"/>
                </a:solidFill>
                <a:latin typeface="+mj-lt"/>
              </a:rPr>
              <a:t> AS </a:t>
            </a:r>
            <a:r>
              <a:rPr lang="en-US" b="1" i="1" dirty="0" err="1">
                <a:solidFill>
                  <a:schemeClr val="bg1"/>
                </a:solidFill>
                <a:latin typeface="+mj-lt"/>
              </a:rPr>
              <a:t>CustomerKey</a:t>
            </a:r>
            <a:r>
              <a:rPr lang="en-US" b="1" i="1" dirty="0">
                <a:solidFill>
                  <a:schemeClr val="bg1"/>
                </a:solidFill>
                <a:latin typeface="+mj-lt"/>
              </a:rPr>
              <a:t>,</a:t>
            </a:r>
          </a:p>
          <a:p>
            <a:r>
              <a:rPr lang="en-US" b="1" i="1" dirty="0">
                <a:solidFill>
                  <a:schemeClr val="bg1"/>
                </a:solidFill>
                <a:latin typeface="+mj-lt"/>
              </a:rPr>
              <a:t>        CONCAT(</a:t>
            </a:r>
            <a:r>
              <a:rPr lang="en-US" b="1" i="1" dirty="0" err="1">
                <a:solidFill>
                  <a:schemeClr val="bg1"/>
                </a:solidFill>
                <a:latin typeface="+mj-lt"/>
              </a:rPr>
              <a:t>c.FirstName</a:t>
            </a:r>
            <a:r>
              <a:rPr lang="en-US" b="1" i="1" dirty="0">
                <a:solidFill>
                  <a:schemeClr val="bg1"/>
                </a:solidFill>
                <a:latin typeface="+mj-lt"/>
              </a:rPr>
              <a:t>, ' ', </a:t>
            </a:r>
            <a:r>
              <a:rPr lang="en-US" b="1" i="1" dirty="0" err="1">
                <a:solidFill>
                  <a:schemeClr val="bg1"/>
                </a:solidFill>
                <a:latin typeface="+mj-lt"/>
              </a:rPr>
              <a:t>c.LastName</a:t>
            </a:r>
            <a:r>
              <a:rPr lang="en-US" b="1" i="1" dirty="0">
                <a:solidFill>
                  <a:schemeClr val="bg1"/>
                </a:solidFill>
                <a:latin typeface="+mj-lt"/>
              </a:rPr>
              <a:t>) AS </a:t>
            </a:r>
            <a:r>
              <a:rPr lang="en-US" b="1" i="1" dirty="0" err="1">
                <a:solidFill>
                  <a:schemeClr val="bg1"/>
                </a:solidFill>
                <a:latin typeface="+mj-lt"/>
              </a:rPr>
              <a:t>FullName</a:t>
            </a:r>
            <a:r>
              <a:rPr lang="en-US" b="1" i="1" dirty="0">
                <a:solidFill>
                  <a:schemeClr val="bg1"/>
                </a:solidFill>
                <a:latin typeface="+mj-lt"/>
              </a:rPr>
              <a:t>,</a:t>
            </a:r>
          </a:p>
          <a:p>
            <a:r>
              <a:rPr lang="en-US" b="1" i="1" dirty="0">
                <a:solidFill>
                  <a:schemeClr val="bg1"/>
                </a:solidFill>
                <a:latin typeface="+mj-lt"/>
              </a:rPr>
              <a:t>        </a:t>
            </a:r>
            <a:r>
              <a:rPr lang="en-US" b="1" i="1" dirty="0" err="1">
                <a:solidFill>
                  <a:schemeClr val="bg1"/>
                </a:solidFill>
                <a:latin typeface="+mj-lt"/>
              </a:rPr>
              <a:t>s.SalesTerritoryRegion</a:t>
            </a:r>
            <a:r>
              <a:rPr lang="en-US" b="1" i="1" dirty="0">
                <a:solidFill>
                  <a:schemeClr val="bg1"/>
                </a:solidFill>
                <a:latin typeface="+mj-lt"/>
              </a:rPr>
              <a:t> AS </a:t>
            </a:r>
            <a:r>
              <a:rPr lang="en-US" b="1" i="1" dirty="0" err="1">
                <a:solidFill>
                  <a:schemeClr val="bg1"/>
                </a:solidFill>
                <a:latin typeface="+mj-lt"/>
              </a:rPr>
              <a:t>SalesTerritoryRegion</a:t>
            </a:r>
            <a:r>
              <a:rPr lang="en-US" b="1" i="1" dirty="0">
                <a:solidFill>
                  <a:schemeClr val="bg1"/>
                </a:solidFill>
                <a:latin typeface="+mj-lt"/>
              </a:rPr>
              <a:t>,</a:t>
            </a:r>
          </a:p>
          <a:p>
            <a:r>
              <a:rPr lang="en-US" b="1" i="1" dirty="0">
                <a:solidFill>
                  <a:schemeClr val="bg1"/>
                </a:solidFill>
                <a:latin typeface="+mj-lt"/>
              </a:rPr>
              <a:t>        </a:t>
            </a:r>
            <a:r>
              <a:rPr lang="en-US" b="1" i="1" dirty="0" err="1">
                <a:solidFill>
                  <a:schemeClr val="bg1"/>
                </a:solidFill>
                <a:latin typeface="+mj-lt"/>
              </a:rPr>
              <a:t>s.SalesTerritoryCountry</a:t>
            </a:r>
            <a:r>
              <a:rPr lang="en-US" b="1" i="1" dirty="0">
                <a:solidFill>
                  <a:schemeClr val="bg1"/>
                </a:solidFill>
                <a:latin typeface="+mj-lt"/>
              </a:rPr>
              <a:t> AS </a:t>
            </a:r>
            <a:r>
              <a:rPr lang="en-US" b="1" i="1" dirty="0" err="1">
                <a:solidFill>
                  <a:schemeClr val="bg1"/>
                </a:solidFill>
                <a:latin typeface="+mj-lt"/>
              </a:rPr>
              <a:t>SalesTerritoryCountry</a:t>
            </a:r>
            <a:endParaRPr lang="en-US" b="1" i="1" dirty="0">
              <a:solidFill>
                <a:schemeClr val="bg1"/>
              </a:solidFill>
              <a:latin typeface="+mj-lt"/>
            </a:endParaRPr>
          </a:p>
          <a:p>
            <a:r>
              <a:rPr lang="en-US" b="1" i="1" dirty="0">
                <a:solidFill>
                  <a:schemeClr val="bg1"/>
                </a:solidFill>
                <a:latin typeface="+mj-lt"/>
              </a:rPr>
              <a:t>    FROM </a:t>
            </a:r>
          </a:p>
          <a:p>
            <a:r>
              <a:rPr lang="en-US" b="1" i="1" dirty="0">
                <a:solidFill>
                  <a:schemeClr val="bg1"/>
                </a:solidFill>
                <a:latin typeface="+mj-lt"/>
              </a:rPr>
              <a:t>        </a:t>
            </a:r>
            <a:r>
              <a:rPr lang="en-US" b="1" i="1" dirty="0" err="1">
                <a:solidFill>
                  <a:schemeClr val="bg1"/>
                </a:solidFill>
                <a:latin typeface="+mj-lt"/>
              </a:rPr>
              <a:t>adventureworks.customers</a:t>
            </a:r>
            <a:r>
              <a:rPr lang="en-US" b="1" i="1" dirty="0">
                <a:solidFill>
                  <a:schemeClr val="bg1"/>
                </a:solidFill>
                <a:latin typeface="+mj-lt"/>
              </a:rPr>
              <a:t> c</a:t>
            </a:r>
          </a:p>
          <a:p>
            <a:r>
              <a:rPr lang="en-US" b="1" i="1" dirty="0">
                <a:solidFill>
                  <a:schemeClr val="bg1"/>
                </a:solidFill>
                <a:latin typeface="+mj-lt"/>
              </a:rPr>
              <a:t>       </a:t>
            </a:r>
          </a:p>
          <a:p>
            <a:r>
              <a:rPr lang="en-US" b="1" i="1" dirty="0">
                <a:solidFill>
                  <a:schemeClr val="bg1"/>
                </a:solidFill>
                <a:latin typeface="+mj-lt"/>
              </a:rPr>
              <a:t> JOIN </a:t>
            </a:r>
            <a:r>
              <a:rPr lang="en-US" b="1" i="1" dirty="0" err="1">
                <a:solidFill>
                  <a:schemeClr val="bg1"/>
                </a:solidFill>
                <a:latin typeface="+mj-lt"/>
              </a:rPr>
              <a:t>adventureworks.salesterritory</a:t>
            </a:r>
            <a:r>
              <a:rPr lang="en-US" b="1" i="1" dirty="0">
                <a:solidFill>
                  <a:schemeClr val="bg1"/>
                </a:solidFill>
                <a:latin typeface="+mj-lt"/>
              </a:rPr>
              <a:t> s </a:t>
            </a:r>
          </a:p>
          <a:p>
            <a:r>
              <a:rPr lang="en-US" b="1" i="1" dirty="0">
                <a:solidFill>
                  <a:schemeClr val="bg1"/>
                </a:solidFill>
                <a:latin typeface="+mj-lt"/>
              </a:rPr>
              <a:t>        ON </a:t>
            </a:r>
            <a:r>
              <a:rPr lang="en-US" b="1" i="1" dirty="0" err="1">
                <a:solidFill>
                  <a:schemeClr val="bg1"/>
                </a:solidFill>
                <a:latin typeface="+mj-lt"/>
              </a:rPr>
              <a:t>c.GeographyKey</a:t>
            </a:r>
            <a:r>
              <a:rPr lang="en-US" b="1" i="1" dirty="0">
                <a:solidFill>
                  <a:schemeClr val="bg1"/>
                </a:solidFill>
                <a:latin typeface="+mj-lt"/>
              </a:rPr>
              <a:t> = </a:t>
            </a:r>
            <a:r>
              <a:rPr lang="en-US" b="1" i="1" dirty="0" err="1">
                <a:solidFill>
                  <a:schemeClr val="bg1"/>
                </a:solidFill>
                <a:latin typeface="+mj-lt"/>
              </a:rPr>
              <a:t>s.SalesTerritoryKey</a:t>
            </a:r>
            <a:r>
              <a:rPr lang="en-US" b="1" i="1" dirty="0">
                <a:solidFill>
                  <a:schemeClr val="bg1"/>
                </a:solidFill>
                <a:latin typeface="+mj-lt"/>
              </a:rPr>
              <a:t>;</a:t>
            </a:r>
            <a:endParaRPr lang="en-IM" b="1" i="1" dirty="0">
              <a:solidFill>
                <a:schemeClr val="bg1"/>
              </a:solidFill>
              <a:latin typeface="+mj-lt"/>
            </a:endParaRPr>
          </a:p>
        </p:txBody>
      </p:sp>
      <p:pic>
        <p:nvPicPr>
          <p:cNvPr id="9" name="query7">
            <a:extLst>
              <a:ext uri="{FF2B5EF4-FFF2-40B4-BE49-F238E27FC236}">
                <a16:creationId xmlns:a16="http://schemas.microsoft.com/office/drawing/2014/main" id="{8DD6BD28-4C06-F1DA-834D-662575C4A7D6}"/>
              </a:ext>
            </a:extLst>
          </p:cNvPr>
          <p:cNvPicPr>
            <a:picLocks noChangeAspect="1"/>
          </p:cNvPicPr>
          <p:nvPr/>
        </p:nvPicPr>
        <p:blipFill>
          <a:blip r:embed="rId3">
            <a:extLst>
              <a:ext uri="{28A0092B-C50C-407E-A947-70E740481C1C}">
                <a14:useLocalDpi xmlns:a14="http://schemas.microsoft.com/office/drawing/2010/main" val="0"/>
              </a:ext>
            </a:extLst>
          </a:blip>
          <a:srcRect l="14885" t="29733" r="51423" b="31273"/>
          <a:stretch>
            <a:fillRect/>
          </a:stretch>
        </p:blipFill>
        <p:spPr>
          <a:xfrm>
            <a:off x="7074312" y="1519311"/>
            <a:ext cx="4259559" cy="4121834"/>
          </a:xfrm>
          <a:prstGeom prst="rect">
            <a:avLst/>
          </a:prstGeom>
        </p:spPr>
      </p:pic>
    </p:spTree>
    <p:extLst>
      <p:ext uri="{BB962C8B-B14F-4D97-AF65-F5344CB8AC3E}">
        <p14:creationId xmlns:p14="http://schemas.microsoft.com/office/powerpoint/2010/main" val="20687393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childTnLst>
              </p:cTn>
              <p:nextCondLst>
                <p:cond evt="onClick" delay="0">
                  <p:tgtEl>
                    <p:spTgt spid="3"/>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C88436D-5861-461A-7566-5379AF4D13C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9D962A22-FBCE-8B98-44AF-68183B75BEA5}"/>
              </a:ext>
            </a:extLst>
          </p:cNvPr>
          <p:cNvSpPr/>
          <p:nvPr/>
        </p:nvSpPr>
        <p:spPr>
          <a:xfrm>
            <a:off x="1125415" y="3123029"/>
            <a:ext cx="4023360" cy="3488786"/>
          </a:xfrm>
          <a:prstGeom prst="rect">
            <a:avLst/>
          </a:prstGeom>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M"/>
          </a:p>
        </p:txBody>
      </p:sp>
      <p:sp>
        <p:nvSpPr>
          <p:cNvPr id="4" name="Rectangle 3">
            <a:extLst>
              <a:ext uri="{FF2B5EF4-FFF2-40B4-BE49-F238E27FC236}">
                <a16:creationId xmlns:a16="http://schemas.microsoft.com/office/drawing/2014/main" id="{379FDD85-3948-FD50-CE52-C388B3173D0F}"/>
              </a:ext>
            </a:extLst>
          </p:cNvPr>
          <p:cNvSpPr/>
          <p:nvPr/>
        </p:nvSpPr>
        <p:spPr>
          <a:xfrm>
            <a:off x="7765366" y="880685"/>
            <a:ext cx="3568506" cy="2031326"/>
          </a:xfrm>
          <a:prstGeom prst="rect">
            <a:avLst/>
          </a:prstGeom>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M"/>
          </a:p>
        </p:txBody>
      </p:sp>
      <p:sp>
        <p:nvSpPr>
          <p:cNvPr id="3" name="Text8">
            <a:extLst>
              <a:ext uri="{FF2B5EF4-FFF2-40B4-BE49-F238E27FC236}">
                <a16:creationId xmlns:a16="http://schemas.microsoft.com/office/drawing/2014/main" id="{28BF546E-B3E1-27C5-2E88-6B32D3438A46}"/>
              </a:ext>
            </a:extLst>
          </p:cNvPr>
          <p:cNvSpPr txBox="1"/>
          <p:nvPr/>
        </p:nvSpPr>
        <p:spPr>
          <a:xfrm>
            <a:off x="858128" y="326688"/>
            <a:ext cx="6161649" cy="2585323"/>
          </a:xfrm>
          <a:prstGeom prst="rect">
            <a:avLst/>
          </a:prstGeom>
          <a:noFill/>
        </p:spPr>
        <p:txBody>
          <a:bodyPr wrap="square">
            <a:spAutoFit/>
          </a:bodyPr>
          <a:lstStyle/>
          <a:p>
            <a:r>
              <a:rPr lang="en-IM" b="1" i="1" dirty="0">
                <a:solidFill>
                  <a:schemeClr val="bg1"/>
                </a:solidFill>
                <a:latin typeface="+mj-lt"/>
              </a:rPr>
              <a:t>8. Get top 3 territories by customer count using rank</a:t>
            </a:r>
            <a:endParaRPr lang="en-US" b="1" i="1" dirty="0">
              <a:solidFill>
                <a:schemeClr val="bg1"/>
              </a:solidFill>
              <a:latin typeface="+mj-lt"/>
            </a:endParaRPr>
          </a:p>
          <a:p>
            <a:endParaRPr lang="en-US" b="1" i="1" dirty="0">
              <a:solidFill>
                <a:schemeClr val="bg1"/>
              </a:solidFill>
              <a:latin typeface="+mj-lt"/>
            </a:endParaRPr>
          </a:p>
          <a:p>
            <a:r>
              <a:rPr lang="en-IM" b="1" i="1" dirty="0">
                <a:solidFill>
                  <a:schemeClr val="bg1"/>
                </a:solidFill>
                <a:latin typeface="+mj-lt"/>
              </a:rPr>
              <a:t>SELECT     </a:t>
            </a:r>
            <a:r>
              <a:rPr lang="en-IM" b="1" i="1" dirty="0" err="1">
                <a:solidFill>
                  <a:schemeClr val="bg1"/>
                </a:solidFill>
                <a:latin typeface="+mj-lt"/>
              </a:rPr>
              <a:t>SalesTerritoryGroup</a:t>
            </a:r>
            <a:r>
              <a:rPr lang="en-IM" b="1" i="1" dirty="0">
                <a:solidFill>
                  <a:schemeClr val="bg1"/>
                </a:solidFill>
                <a:latin typeface="+mj-lt"/>
              </a:rPr>
              <a:t>,    COUNT(</a:t>
            </a:r>
            <a:r>
              <a:rPr lang="en-IM" b="1" i="1" dirty="0" err="1">
                <a:solidFill>
                  <a:schemeClr val="bg1"/>
                </a:solidFill>
                <a:latin typeface="+mj-lt"/>
              </a:rPr>
              <a:t>CustomerKey</a:t>
            </a:r>
            <a:r>
              <a:rPr lang="en-IM" b="1" i="1" dirty="0">
                <a:solidFill>
                  <a:schemeClr val="bg1"/>
                </a:solidFill>
                <a:latin typeface="+mj-lt"/>
              </a:rPr>
              <a:t>) AS </a:t>
            </a:r>
            <a:r>
              <a:rPr lang="en-IM" b="1" i="1" dirty="0" err="1">
                <a:solidFill>
                  <a:schemeClr val="bg1"/>
                </a:solidFill>
                <a:latin typeface="+mj-lt"/>
              </a:rPr>
              <a:t>CustomerCount</a:t>
            </a:r>
            <a:r>
              <a:rPr lang="en-IM" b="1" i="1" dirty="0">
                <a:solidFill>
                  <a:schemeClr val="bg1"/>
                </a:solidFill>
                <a:latin typeface="+mj-lt"/>
              </a:rPr>
              <a:t>,    ROW_NUMBER() OVER</a:t>
            </a:r>
            <a:endParaRPr lang="en-US" b="1" i="1" dirty="0">
              <a:solidFill>
                <a:schemeClr val="bg1"/>
              </a:solidFill>
              <a:latin typeface="+mj-lt"/>
            </a:endParaRPr>
          </a:p>
          <a:p>
            <a:r>
              <a:rPr lang="en-IM" b="1" i="1" dirty="0">
                <a:solidFill>
                  <a:schemeClr val="bg1"/>
                </a:solidFill>
                <a:latin typeface="+mj-lt"/>
              </a:rPr>
              <a:t> (ORDER BY COUNT(</a:t>
            </a:r>
            <a:r>
              <a:rPr lang="en-IM" b="1" i="1" dirty="0" err="1">
                <a:solidFill>
                  <a:schemeClr val="bg1"/>
                </a:solidFill>
                <a:latin typeface="+mj-lt"/>
              </a:rPr>
              <a:t>CustomerKey</a:t>
            </a:r>
            <a:r>
              <a:rPr lang="en-IM" b="1" i="1" dirty="0">
                <a:solidFill>
                  <a:schemeClr val="bg1"/>
                </a:solidFill>
                <a:latin typeface="+mj-lt"/>
              </a:rPr>
              <a:t>) DESC) AS </a:t>
            </a:r>
            <a:r>
              <a:rPr lang="en-IM" b="1" i="1" dirty="0" err="1">
                <a:solidFill>
                  <a:schemeClr val="bg1"/>
                </a:solidFill>
                <a:latin typeface="+mj-lt"/>
              </a:rPr>
              <a:t>row_num</a:t>
            </a:r>
            <a:r>
              <a:rPr lang="en-US" b="1" i="1" dirty="0">
                <a:solidFill>
                  <a:schemeClr val="bg1"/>
                </a:solidFill>
                <a:latin typeface="+mj-lt"/>
              </a:rPr>
              <a:t> </a:t>
            </a:r>
            <a:r>
              <a:rPr lang="en-IM" b="1" i="1" dirty="0">
                <a:solidFill>
                  <a:schemeClr val="bg1"/>
                </a:solidFill>
                <a:latin typeface="+mj-lt"/>
              </a:rPr>
              <a:t>FROM customers c</a:t>
            </a:r>
            <a:r>
              <a:rPr lang="en-US" b="1" i="1" dirty="0">
                <a:solidFill>
                  <a:schemeClr val="bg1"/>
                </a:solidFill>
                <a:latin typeface="+mj-lt"/>
              </a:rPr>
              <a:t> </a:t>
            </a:r>
            <a:r>
              <a:rPr lang="en-IM" b="1" i="1" dirty="0">
                <a:solidFill>
                  <a:schemeClr val="bg1"/>
                </a:solidFill>
                <a:latin typeface="+mj-lt"/>
              </a:rPr>
              <a:t>JOIN </a:t>
            </a:r>
            <a:r>
              <a:rPr lang="en-IM" b="1" i="1" dirty="0" err="1">
                <a:solidFill>
                  <a:schemeClr val="bg1"/>
                </a:solidFill>
                <a:latin typeface="+mj-lt"/>
              </a:rPr>
              <a:t>salesterritory</a:t>
            </a:r>
            <a:r>
              <a:rPr lang="en-IM" b="1" i="1" dirty="0">
                <a:solidFill>
                  <a:schemeClr val="bg1"/>
                </a:solidFill>
                <a:latin typeface="+mj-lt"/>
              </a:rPr>
              <a:t> s   ON </a:t>
            </a:r>
            <a:r>
              <a:rPr lang="en-IM" b="1" i="1" dirty="0" err="1">
                <a:solidFill>
                  <a:schemeClr val="bg1"/>
                </a:solidFill>
                <a:latin typeface="+mj-lt"/>
              </a:rPr>
              <a:t>c.GeographyKey</a:t>
            </a:r>
            <a:r>
              <a:rPr lang="en-IM" b="1" i="1" dirty="0">
                <a:solidFill>
                  <a:schemeClr val="bg1"/>
                </a:solidFill>
                <a:latin typeface="+mj-lt"/>
              </a:rPr>
              <a:t> = </a:t>
            </a:r>
            <a:r>
              <a:rPr lang="en-IM" b="1" i="1" dirty="0" err="1">
                <a:solidFill>
                  <a:schemeClr val="bg1"/>
                </a:solidFill>
                <a:latin typeface="+mj-lt"/>
              </a:rPr>
              <a:t>s.SalesTerritoryKey</a:t>
            </a:r>
            <a:r>
              <a:rPr lang="en-IM" b="1" i="1" dirty="0">
                <a:solidFill>
                  <a:schemeClr val="bg1"/>
                </a:solidFill>
                <a:latin typeface="+mj-lt"/>
              </a:rPr>
              <a:t>  </a:t>
            </a:r>
            <a:endParaRPr lang="en-US" b="1" i="1" dirty="0">
              <a:solidFill>
                <a:schemeClr val="bg1"/>
              </a:solidFill>
              <a:latin typeface="+mj-lt"/>
            </a:endParaRPr>
          </a:p>
          <a:p>
            <a:r>
              <a:rPr lang="en-IM" b="1" i="1" dirty="0">
                <a:solidFill>
                  <a:schemeClr val="bg1"/>
                </a:solidFill>
                <a:latin typeface="+mj-lt"/>
              </a:rPr>
              <a:t>WHERE </a:t>
            </a:r>
            <a:r>
              <a:rPr lang="en-IM" b="1" i="1" dirty="0" err="1">
                <a:solidFill>
                  <a:schemeClr val="bg1"/>
                </a:solidFill>
                <a:latin typeface="+mj-lt"/>
              </a:rPr>
              <a:t>SalesTerritoryGroup</a:t>
            </a:r>
            <a:r>
              <a:rPr lang="en-IM" b="1" i="1" dirty="0">
                <a:solidFill>
                  <a:schemeClr val="bg1"/>
                </a:solidFill>
                <a:latin typeface="+mj-lt"/>
              </a:rPr>
              <a:t> NOT IN ('NA', '', ' ')GROUP BY </a:t>
            </a:r>
            <a:r>
              <a:rPr lang="en-IM" b="1" i="1" dirty="0" err="1">
                <a:solidFill>
                  <a:schemeClr val="bg1"/>
                </a:solidFill>
                <a:latin typeface="+mj-lt"/>
              </a:rPr>
              <a:t>SalesTerritoryGroup</a:t>
            </a:r>
            <a:r>
              <a:rPr lang="en-IM" i="1" dirty="0">
                <a:solidFill>
                  <a:schemeClr val="bg1"/>
                </a:solidFill>
                <a:latin typeface="+mj-lt"/>
              </a:rPr>
              <a:t>;</a:t>
            </a:r>
          </a:p>
        </p:txBody>
      </p:sp>
      <p:pic>
        <p:nvPicPr>
          <p:cNvPr id="6" name="query8">
            <a:extLst>
              <a:ext uri="{FF2B5EF4-FFF2-40B4-BE49-F238E27FC236}">
                <a16:creationId xmlns:a16="http://schemas.microsoft.com/office/drawing/2014/main" id="{75A27830-9326-0D0A-E1C7-D4C3149E8AF9}"/>
              </a:ext>
            </a:extLst>
          </p:cNvPr>
          <p:cNvPicPr>
            <a:picLocks noChangeAspect="1"/>
          </p:cNvPicPr>
          <p:nvPr/>
        </p:nvPicPr>
        <p:blipFill>
          <a:blip r:embed="rId3">
            <a:extLst>
              <a:ext uri="{28A0092B-C50C-407E-A947-70E740481C1C}">
                <a14:useLocalDpi xmlns:a14="http://schemas.microsoft.com/office/drawing/2010/main" val="0"/>
              </a:ext>
            </a:extLst>
          </a:blip>
          <a:srcRect l="14654" t="36515" r="64000" b="50000"/>
          <a:stretch>
            <a:fillRect/>
          </a:stretch>
        </p:blipFill>
        <p:spPr>
          <a:xfrm>
            <a:off x="7906044" y="1026826"/>
            <a:ext cx="3193366" cy="1885185"/>
          </a:xfrm>
          <a:prstGeom prst="rect">
            <a:avLst/>
          </a:prstGeom>
        </p:spPr>
      </p:pic>
      <p:sp>
        <p:nvSpPr>
          <p:cNvPr id="15" name="Text9">
            <a:extLst>
              <a:ext uri="{FF2B5EF4-FFF2-40B4-BE49-F238E27FC236}">
                <a16:creationId xmlns:a16="http://schemas.microsoft.com/office/drawing/2014/main" id="{DEA63CC3-B918-6B2F-1120-5BA07924E18B}"/>
              </a:ext>
            </a:extLst>
          </p:cNvPr>
          <p:cNvSpPr txBox="1"/>
          <p:nvPr/>
        </p:nvSpPr>
        <p:spPr>
          <a:xfrm>
            <a:off x="7418363" y="3429000"/>
            <a:ext cx="3681047" cy="3139321"/>
          </a:xfrm>
          <a:prstGeom prst="rect">
            <a:avLst/>
          </a:prstGeom>
          <a:noFill/>
        </p:spPr>
        <p:txBody>
          <a:bodyPr wrap="square">
            <a:spAutoFit/>
          </a:bodyPr>
          <a:lstStyle/>
          <a:p>
            <a:r>
              <a:rPr lang="en-US" b="1" i="1" dirty="0">
                <a:solidFill>
                  <a:schemeClr val="bg1"/>
                </a:solidFill>
                <a:latin typeface="+mj-lt"/>
              </a:rPr>
              <a:t>9</a:t>
            </a:r>
            <a:r>
              <a:rPr lang="en-IM" b="1" i="1" dirty="0">
                <a:solidFill>
                  <a:schemeClr val="bg1"/>
                </a:solidFill>
                <a:latin typeface="+mj-lt"/>
              </a:rPr>
              <a:t>. conditional case</a:t>
            </a:r>
            <a:endParaRPr lang="en-US" b="1" i="1" dirty="0">
              <a:solidFill>
                <a:schemeClr val="bg1"/>
              </a:solidFill>
              <a:latin typeface="+mj-lt"/>
            </a:endParaRPr>
          </a:p>
          <a:p>
            <a:endParaRPr lang="en-US" b="1" i="1" dirty="0">
              <a:solidFill>
                <a:schemeClr val="bg1"/>
              </a:solidFill>
              <a:latin typeface="+mj-lt"/>
            </a:endParaRPr>
          </a:p>
          <a:p>
            <a:r>
              <a:rPr lang="en-IM" b="1" i="1" dirty="0">
                <a:solidFill>
                  <a:schemeClr val="bg1"/>
                </a:solidFill>
                <a:latin typeface="+mj-lt"/>
              </a:rPr>
              <a:t>SELECT     </a:t>
            </a:r>
            <a:r>
              <a:rPr lang="en-IM" b="1" i="1" dirty="0" err="1">
                <a:solidFill>
                  <a:schemeClr val="bg1"/>
                </a:solidFill>
                <a:latin typeface="+mj-lt"/>
              </a:rPr>
              <a:t>CustomerKey</a:t>
            </a:r>
            <a:r>
              <a:rPr lang="en-IM" b="1" i="1" dirty="0">
                <a:solidFill>
                  <a:schemeClr val="bg1"/>
                </a:solidFill>
                <a:latin typeface="+mj-lt"/>
              </a:rPr>
              <a:t>,    </a:t>
            </a:r>
            <a:r>
              <a:rPr lang="en-IM" b="1" i="1" dirty="0" err="1">
                <a:solidFill>
                  <a:schemeClr val="bg1"/>
                </a:solidFill>
                <a:latin typeface="+mj-lt"/>
              </a:rPr>
              <a:t>YearlyIncome</a:t>
            </a:r>
            <a:r>
              <a:rPr lang="en-IM" b="1" i="1" dirty="0">
                <a:solidFill>
                  <a:schemeClr val="bg1"/>
                </a:solidFill>
                <a:latin typeface="+mj-lt"/>
              </a:rPr>
              <a:t>,    CASE         </a:t>
            </a:r>
            <a:endParaRPr lang="en-US" b="1" i="1" dirty="0">
              <a:solidFill>
                <a:schemeClr val="bg1"/>
              </a:solidFill>
              <a:latin typeface="+mj-lt"/>
            </a:endParaRPr>
          </a:p>
          <a:p>
            <a:r>
              <a:rPr lang="en-IM" b="1" i="1" dirty="0">
                <a:solidFill>
                  <a:schemeClr val="bg1"/>
                </a:solidFill>
                <a:latin typeface="+mj-lt"/>
              </a:rPr>
              <a:t>WHEN </a:t>
            </a:r>
            <a:r>
              <a:rPr lang="en-IM" b="1" i="1" dirty="0" err="1">
                <a:solidFill>
                  <a:schemeClr val="bg1"/>
                </a:solidFill>
                <a:latin typeface="+mj-lt"/>
              </a:rPr>
              <a:t>YearlyIncome</a:t>
            </a:r>
            <a:r>
              <a:rPr lang="en-IM" b="1" i="1" dirty="0">
                <a:solidFill>
                  <a:schemeClr val="bg1"/>
                </a:solidFill>
                <a:latin typeface="+mj-lt"/>
              </a:rPr>
              <a:t> &gt;= 500000 THEN 'High Income'        WHEN </a:t>
            </a:r>
            <a:r>
              <a:rPr lang="en-IM" b="1" i="1" dirty="0" err="1">
                <a:solidFill>
                  <a:schemeClr val="bg1"/>
                </a:solidFill>
                <a:latin typeface="+mj-lt"/>
              </a:rPr>
              <a:t>YearlyIncome</a:t>
            </a:r>
            <a:r>
              <a:rPr lang="en-IM" b="1" i="1" dirty="0">
                <a:solidFill>
                  <a:schemeClr val="bg1"/>
                </a:solidFill>
                <a:latin typeface="+mj-lt"/>
              </a:rPr>
              <a:t> &gt;= 250000 THEN 'Mid Income'        ELSE 'Low Income'    END AS </a:t>
            </a:r>
            <a:r>
              <a:rPr lang="en-IM" b="1" i="1" dirty="0" err="1">
                <a:solidFill>
                  <a:schemeClr val="bg1"/>
                </a:solidFill>
                <a:latin typeface="+mj-lt"/>
              </a:rPr>
              <a:t>IncomeCategory</a:t>
            </a:r>
            <a:r>
              <a:rPr lang="en-US" b="1" i="1" dirty="0">
                <a:solidFill>
                  <a:schemeClr val="bg1"/>
                </a:solidFill>
                <a:latin typeface="+mj-lt"/>
              </a:rPr>
              <a:t> </a:t>
            </a:r>
            <a:r>
              <a:rPr lang="en-IM" b="1" i="1" dirty="0">
                <a:solidFill>
                  <a:schemeClr val="bg1"/>
                </a:solidFill>
                <a:latin typeface="+mj-lt"/>
              </a:rPr>
              <a:t>FROM customers;</a:t>
            </a:r>
          </a:p>
        </p:txBody>
      </p:sp>
      <p:pic>
        <p:nvPicPr>
          <p:cNvPr id="17" name="query9">
            <a:extLst>
              <a:ext uri="{FF2B5EF4-FFF2-40B4-BE49-F238E27FC236}">
                <a16:creationId xmlns:a16="http://schemas.microsoft.com/office/drawing/2014/main" id="{DBB02EDF-213F-2C5E-E36A-637B177B40A9}"/>
              </a:ext>
            </a:extLst>
          </p:cNvPr>
          <p:cNvPicPr>
            <a:picLocks noChangeAspect="1"/>
          </p:cNvPicPr>
          <p:nvPr/>
        </p:nvPicPr>
        <p:blipFill>
          <a:blip r:embed="rId4">
            <a:extLst>
              <a:ext uri="{28A0092B-C50C-407E-A947-70E740481C1C}">
                <a14:useLocalDpi xmlns:a14="http://schemas.microsoft.com/office/drawing/2010/main" val="0"/>
              </a:ext>
            </a:extLst>
          </a:blip>
          <a:srcRect l="14193" t="36096" r="62269" b="24706"/>
          <a:stretch>
            <a:fillRect/>
          </a:stretch>
        </p:blipFill>
        <p:spPr>
          <a:xfrm>
            <a:off x="1223889" y="3263705"/>
            <a:ext cx="3924886" cy="3123027"/>
          </a:xfrm>
          <a:prstGeom prst="rect">
            <a:avLst/>
          </a:prstGeom>
        </p:spPr>
      </p:pic>
    </p:spTree>
    <p:extLst>
      <p:ext uri="{BB962C8B-B14F-4D97-AF65-F5344CB8AC3E}">
        <p14:creationId xmlns:p14="http://schemas.microsoft.com/office/powerpoint/2010/main" val="37750305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nextCondLst>
                <p:cond evt="onClick" delay="0">
                  <p:tgtEl>
                    <p:spTgt spid="3"/>
                  </p:tgtEl>
                </p:cond>
              </p:nextCondLst>
            </p:seq>
            <p:seq concurrent="1" nextAc="seek">
              <p:cTn id="8" restart="whenNotActive" fill="hold" evtFilter="cancelBubble" nodeType="interactiveSeq">
                <p:stCondLst>
                  <p:cond evt="onClick" delay="0">
                    <p:tgtEl>
                      <p:spTgt spid="15"/>
                    </p:tgtEl>
                  </p:cond>
                </p:stCondLst>
                <p:endSync evt="end" delay="0">
                  <p:rtn val="all"/>
                </p:endSync>
                <p:childTnLst>
                  <p:par>
                    <p:cTn id="9" fill="hold">
                      <p:stCondLst>
                        <p:cond delay="0"/>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barn(inVertical)">
                                      <p:cBhvr>
                                        <p:cTn id="13" dur="500"/>
                                        <p:tgtEl>
                                          <p:spTgt spid="17"/>
                                        </p:tgtEl>
                                      </p:cBhvr>
                                    </p:animEffect>
                                  </p:childTnLst>
                                </p:cTn>
                              </p:par>
                            </p:childTnLst>
                          </p:cTn>
                        </p:par>
                      </p:childTnLst>
                    </p:cTn>
                  </p:par>
                </p:childTnLst>
              </p:cTn>
              <p:nextCondLst>
                <p:cond evt="onClick" delay="0">
                  <p:tgtEl>
                    <p:spTgt spid="15"/>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47A213D-0E99-9A63-8464-F8ECCAA584A3}"/>
              </a:ext>
            </a:extLst>
          </p:cNvPr>
          <p:cNvSpPr/>
          <p:nvPr/>
        </p:nvSpPr>
        <p:spPr>
          <a:xfrm>
            <a:off x="6583680" y="203981"/>
            <a:ext cx="4910936" cy="2201594"/>
          </a:xfrm>
          <a:prstGeom prst="rect">
            <a:avLst/>
          </a:prstGeom>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M"/>
          </a:p>
        </p:txBody>
      </p:sp>
      <p:sp>
        <p:nvSpPr>
          <p:cNvPr id="7" name="Rectangle 6">
            <a:extLst>
              <a:ext uri="{FF2B5EF4-FFF2-40B4-BE49-F238E27FC236}">
                <a16:creationId xmlns:a16="http://schemas.microsoft.com/office/drawing/2014/main" id="{E7DB7129-4529-A81B-A8BD-46ACA53E3760}"/>
              </a:ext>
            </a:extLst>
          </p:cNvPr>
          <p:cNvSpPr/>
          <p:nvPr/>
        </p:nvSpPr>
        <p:spPr>
          <a:xfrm>
            <a:off x="7610622" y="2743200"/>
            <a:ext cx="3910818" cy="3910819"/>
          </a:xfrm>
          <a:prstGeom prst="rect">
            <a:avLst/>
          </a:prstGeom>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M"/>
          </a:p>
        </p:txBody>
      </p:sp>
      <p:pic>
        <p:nvPicPr>
          <p:cNvPr id="6" name="query10(2)">
            <a:extLst>
              <a:ext uri="{FF2B5EF4-FFF2-40B4-BE49-F238E27FC236}">
                <a16:creationId xmlns:a16="http://schemas.microsoft.com/office/drawing/2014/main" id="{03BF2DDF-ED1D-8826-AECD-E028FC6D46BB}"/>
              </a:ext>
            </a:extLst>
          </p:cNvPr>
          <p:cNvPicPr>
            <a:picLocks noChangeAspect="1"/>
          </p:cNvPicPr>
          <p:nvPr/>
        </p:nvPicPr>
        <p:blipFill>
          <a:blip r:embed="rId2">
            <a:extLst>
              <a:ext uri="{28A0092B-C50C-407E-A947-70E740481C1C}">
                <a14:useLocalDpi xmlns:a14="http://schemas.microsoft.com/office/drawing/2010/main" val="0"/>
              </a:ext>
            </a:extLst>
          </a:blip>
          <a:srcRect l="14077" t="33714" r="54070" b="32504"/>
          <a:stretch>
            <a:fillRect/>
          </a:stretch>
        </p:blipFill>
        <p:spPr>
          <a:xfrm>
            <a:off x="7723164" y="2829385"/>
            <a:ext cx="3632086" cy="3689233"/>
          </a:xfrm>
          <a:prstGeom prst="rect">
            <a:avLst/>
          </a:prstGeom>
        </p:spPr>
      </p:pic>
      <p:sp>
        <p:nvSpPr>
          <p:cNvPr id="9" name="Text10">
            <a:extLst>
              <a:ext uri="{FF2B5EF4-FFF2-40B4-BE49-F238E27FC236}">
                <a16:creationId xmlns:a16="http://schemas.microsoft.com/office/drawing/2014/main" id="{0D13EF08-7B24-BDD9-2B15-1B3D8F6FE46D}"/>
              </a:ext>
            </a:extLst>
          </p:cNvPr>
          <p:cNvSpPr txBox="1"/>
          <p:nvPr/>
        </p:nvSpPr>
        <p:spPr>
          <a:xfrm>
            <a:off x="821547" y="203981"/>
            <a:ext cx="4848855" cy="6186309"/>
          </a:xfrm>
          <a:prstGeom prst="rect">
            <a:avLst/>
          </a:prstGeom>
          <a:noFill/>
        </p:spPr>
        <p:txBody>
          <a:bodyPr wrap="square">
            <a:spAutoFit/>
          </a:bodyPr>
          <a:lstStyle/>
          <a:p>
            <a:r>
              <a:rPr lang="en-US" b="1" i="1" dirty="0">
                <a:solidFill>
                  <a:schemeClr val="bg1"/>
                </a:solidFill>
                <a:latin typeface="+mj-lt"/>
              </a:rPr>
              <a:t>10 .Store procedure</a:t>
            </a:r>
          </a:p>
          <a:p>
            <a:endParaRPr lang="en-US" b="1" i="1" dirty="0">
              <a:solidFill>
                <a:schemeClr val="bg1"/>
              </a:solidFill>
              <a:latin typeface="+mj-lt"/>
            </a:endParaRPr>
          </a:p>
          <a:p>
            <a:r>
              <a:rPr lang="en-IM" b="1" i="1" dirty="0">
                <a:solidFill>
                  <a:schemeClr val="bg1"/>
                </a:solidFill>
                <a:latin typeface="+mj-lt"/>
              </a:rPr>
              <a:t>CREATE DEFINER=`</a:t>
            </a:r>
            <a:r>
              <a:rPr lang="en-IM" b="1" i="1" dirty="0" err="1">
                <a:solidFill>
                  <a:schemeClr val="bg1"/>
                </a:solidFill>
                <a:latin typeface="+mj-lt"/>
              </a:rPr>
              <a:t>root`@`localhost</a:t>
            </a:r>
            <a:r>
              <a:rPr lang="en-IM" b="1" i="1" dirty="0">
                <a:solidFill>
                  <a:schemeClr val="bg1"/>
                </a:solidFill>
                <a:latin typeface="+mj-lt"/>
              </a:rPr>
              <a:t>` PROCEDURE `</a:t>
            </a:r>
            <a:r>
              <a:rPr lang="en-IM" b="1" i="1" dirty="0" err="1">
                <a:solidFill>
                  <a:schemeClr val="bg1"/>
                </a:solidFill>
                <a:latin typeface="+mj-lt"/>
              </a:rPr>
              <a:t>Get_Customers_By_Region_Income</a:t>
            </a:r>
            <a:r>
              <a:rPr lang="en-IM" b="1" i="1" dirty="0">
                <a:solidFill>
                  <a:schemeClr val="bg1"/>
                </a:solidFill>
                <a:latin typeface="+mj-lt"/>
              </a:rPr>
              <a:t>`(IN </a:t>
            </a:r>
            <a:r>
              <a:rPr lang="en-IM" b="1" i="1" dirty="0" err="1">
                <a:solidFill>
                  <a:schemeClr val="bg1"/>
                </a:solidFill>
                <a:latin typeface="+mj-lt"/>
              </a:rPr>
              <a:t>region_name</a:t>
            </a:r>
            <a:r>
              <a:rPr lang="en-IM" b="1" i="1" dirty="0">
                <a:solidFill>
                  <a:schemeClr val="bg1"/>
                </a:solidFill>
                <a:latin typeface="+mj-lt"/>
              </a:rPr>
              <a:t> VARCHAR(100), </a:t>
            </a:r>
            <a:endParaRPr lang="en-US" b="1" i="1" dirty="0">
              <a:solidFill>
                <a:schemeClr val="bg1"/>
              </a:solidFill>
              <a:latin typeface="+mj-lt"/>
            </a:endParaRPr>
          </a:p>
          <a:p>
            <a:r>
              <a:rPr lang="en-IM" b="1" i="1" dirty="0">
                <a:solidFill>
                  <a:schemeClr val="bg1"/>
                </a:solidFill>
                <a:latin typeface="+mj-lt"/>
              </a:rPr>
              <a:t> IN </a:t>
            </a:r>
            <a:r>
              <a:rPr lang="en-IM" b="1" i="1" dirty="0" err="1">
                <a:solidFill>
                  <a:schemeClr val="bg1"/>
                </a:solidFill>
                <a:latin typeface="+mj-lt"/>
              </a:rPr>
              <a:t>min_income</a:t>
            </a:r>
            <a:r>
              <a:rPr lang="en-IM" b="1" i="1" dirty="0">
                <a:solidFill>
                  <a:schemeClr val="bg1"/>
                </a:solidFill>
                <a:latin typeface="+mj-lt"/>
              </a:rPr>
              <a:t> DECIMAL(10,2)</a:t>
            </a:r>
            <a:r>
              <a:rPr lang="en-US" b="1" i="1" dirty="0">
                <a:solidFill>
                  <a:schemeClr val="bg1"/>
                </a:solidFill>
                <a:latin typeface="+mj-lt"/>
              </a:rPr>
              <a:t> </a:t>
            </a:r>
            <a:r>
              <a:rPr lang="en-IM" b="1" i="1" dirty="0">
                <a:solidFill>
                  <a:schemeClr val="bg1"/>
                </a:solidFill>
                <a:latin typeface="+mj-lt"/>
              </a:rPr>
              <a:t>)</a:t>
            </a:r>
            <a:endParaRPr lang="en-US" b="1" i="1" dirty="0">
              <a:solidFill>
                <a:schemeClr val="bg1"/>
              </a:solidFill>
              <a:latin typeface="+mj-lt"/>
            </a:endParaRPr>
          </a:p>
          <a:p>
            <a:endParaRPr lang="en-US" b="1" i="1" dirty="0">
              <a:solidFill>
                <a:schemeClr val="bg1"/>
              </a:solidFill>
              <a:latin typeface="+mj-lt"/>
            </a:endParaRPr>
          </a:p>
          <a:p>
            <a:r>
              <a:rPr lang="en-IM" b="1" i="1" dirty="0">
                <a:solidFill>
                  <a:schemeClr val="bg1"/>
                </a:solidFill>
                <a:latin typeface="+mj-lt"/>
              </a:rPr>
              <a:t>BEGIN </a:t>
            </a:r>
            <a:endParaRPr lang="en-US" b="1" i="1" dirty="0">
              <a:solidFill>
                <a:schemeClr val="bg1"/>
              </a:solidFill>
              <a:latin typeface="+mj-lt"/>
            </a:endParaRPr>
          </a:p>
          <a:p>
            <a:endParaRPr lang="en-US" b="1" i="1" dirty="0">
              <a:solidFill>
                <a:schemeClr val="bg1"/>
              </a:solidFill>
              <a:latin typeface="+mj-lt"/>
            </a:endParaRPr>
          </a:p>
          <a:p>
            <a:r>
              <a:rPr lang="en-IM" b="1" i="1" dirty="0">
                <a:solidFill>
                  <a:schemeClr val="bg1"/>
                </a:solidFill>
                <a:latin typeface="+mj-lt"/>
              </a:rPr>
              <a:t>SELECT  </a:t>
            </a:r>
            <a:r>
              <a:rPr lang="en-IM" b="1" i="1" dirty="0" err="1">
                <a:solidFill>
                  <a:schemeClr val="bg1"/>
                </a:solidFill>
                <a:latin typeface="+mj-lt"/>
              </a:rPr>
              <a:t>c.CustomerKey</a:t>
            </a:r>
            <a:r>
              <a:rPr lang="en-IM" b="1" i="1" dirty="0">
                <a:solidFill>
                  <a:schemeClr val="bg1"/>
                </a:solidFill>
                <a:latin typeface="+mj-lt"/>
              </a:rPr>
              <a:t>,</a:t>
            </a:r>
            <a:r>
              <a:rPr lang="en-US" b="1" i="1" dirty="0">
                <a:solidFill>
                  <a:schemeClr val="bg1"/>
                </a:solidFill>
                <a:latin typeface="+mj-lt"/>
              </a:rPr>
              <a:t> </a:t>
            </a:r>
            <a:r>
              <a:rPr lang="en-IM" b="1" i="1" dirty="0">
                <a:solidFill>
                  <a:schemeClr val="bg1"/>
                </a:solidFill>
                <a:latin typeface="+mj-lt"/>
              </a:rPr>
              <a:t>CONCAT(</a:t>
            </a:r>
            <a:r>
              <a:rPr lang="en-IM" b="1" i="1" dirty="0" err="1">
                <a:solidFill>
                  <a:schemeClr val="bg1"/>
                </a:solidFill>
                <a:latin typeface="+mj-lt"/>
              </a:rPr>
              <a:t>c.FirstName</a:t>
            </a:r>
            <a:r>
              <a:rPr lang="en-IM" b="1" i="1" dirty="0">
                <a:solidFill>
                  <a:schemeClr val="bg1"/>
                </a:solidFill>
                <a:latin typeface="+mj-lt"/>
              </a:rPr>
              <a:t>, ' ', </a:t>
            </a:r>
            <a:r>
              <a:rPr lang="en-IM" b="1" i="1" dirty="0" err="1">
                <a:solidFill>
                  <a:schemeClr val="bg1"/>
                </a:solidFill>
                <a:latin typeface="+mj-lt"/>
              </a:rPr>
              <a:t>c.LastName</a:t>
            </a:r>
            <a:r>
              <a:rPr lang="en-IM" b="1" i="1" dirty="0">
                <a:solidFill>
                  <a:schemeClr val="bg1"/>
                </a:solidFill>
                <a:latin typeface="+mj-lt"/>
              </a:rPr>
              <a:t>) AS </a:t>
            </a:r>
            <a:r>
              <a:rPr lang="en-IM" b="1" i="1" dirty="0" err="1">
                <a:solidFill>
                  <a:schemeClr val="bg1"/>
                </a:solidFill>
                <a:latin typeface="+mj-lt"/>
              </a:rPr>
              <a:t>FullName</a:t>
            </a:r>
            <a:r>
              <a:rPr lang="en-IM" b="1" i="1" dirty="0">
                <a:solidFill>
                  <a:schemeClr val="bg1"/>
                </a:solidFill>
                <a:latin typeface="+mj-lt"/>
              </a:rPr>
              <a:t>, </a:t>
            </a:r>
            <a:endParaRPr lang="en-US" b="1" i="1" dirty="0">
              <a:solidFill>
                <a:schemeClr val="bg1"/>
              </a:solidFill>
              <a:latin typeface="+mj-lt"/>
            </a:endParaRPr>
          </a:p>
          <a:p>
            <a:r>
              <a:rPr lang="en-IM" b="1" i="1" dirty="0" err="1">
                <a:solidFill>
                  <a:schemeClr val="bg1"/>
                </a:solidFill>
                <a:latin typeface="+mj-lt"/>
              </a:rPr>
              <a:t>s.SalesTerritoryRegion</a:t>
            </a:r>
            <a:r>
              <a:rPr lang="en-IM" b="1" i="1" dirty="0">
                <a:solidFill>
                  <a:schemeClr val="bg1"/>
                </a:solidFill>
                <a:latin typeface="+mj-lt"/>
              </a:rPr>
              <a:t>, </a:t>
            </a:r>
            <a:r>
              <a:rPr lang="en-IM" b="1" i="1" dirty="0" err="1">
                <a:solidFill>
                  <a:schemeClr val="bg1"/>
                </a:solidFill>
                <a:latin typeface="+mj-lt"/>
              </a:rPr>
              <a:t>c.YearlyIncome</a:t>
            </a:r>
            <a:r>
              <a:rPr lang="en-IM" b="1" i="1" dirty="0">
                <a:solidFill>
                  <a:schemeClr val="bg1"/>
                </a:solidFill>
                <a:latin typeface="+mj-lt"/>
              </a:rPr>
              <a:t>    FROM customers c    </a:t>
            </a:r>
            <a:endParaRPr lang="en-US" b="1" i="1" dirty="0">
              <a:solidFill>
                <a:schemeClr val="bg1"/>
              </a:solidFill>
              <a:latin typeface="+mj-lt"/>
            </a:endParaRPr>
          </a:p>
          <a:p>
            <a:endParaRPr lang="en-US" b="1" i="1" dirty="0">
              <a:solidFill>
                <a:schemeClr val="bg1"/>
              </a:solidFill>
              <a:latin typeface="+mj-lt"/>
            </a:endParaRPr>
          </a:p>
          <a:p>
            <a:r>
              <a:rPr lang="en-IM" b="1" i="1" dirty="0">
                <a:solidFill>
                  <a:schemeClr val="bg1"/>
                </a:solidFill>
                <a:latin typeface="+mj-lt"/>
              </a:rPr>
              <a:t>JOIN </a:t>
            </a:r>
            <a:r>
              <a:rPr lang="en-IM" b="1" i="1" dirty="0" err="1">
                <a:solidFill>
                  <a:schemeClr val="bg1"/>
                </a:solidFill>
                <a:latin typeface="+mj-lt"/>
              </a:rPr>
              <a:t>salesterritory</a:t>
            </a:r>
            <a:r>
              <a:rPr lang="en-IM" b="1" i="1" dirty="0">
                <a:solidFill>
                  <a:schemeClr val="bg1"/>
                </a:solidFill>
                <a:latin typeface="+mj-lt"/>
              </a:rPr>
              <a:t> s       ON </a:t>
            </a:r>
            <a:r>
              <a:rPr lang="en-US" b="1" i="1" dirty="0">
                <a:solidFill>
                  <a:schemeClr val="bg1"/>
                </a:solidFill>
                <a:latin typeface="+mj-lt"/>
              </a:rPr>
              <a:t> </a:t>
            </a:r>
            <a:r>
              <a:rPr lang="en-IM" b="1" i="1" dirty="0" err="1">
                <a:solidFill>
                  <a:schemeClr val="bg1"/>
                </a:solidFill>
                <a:latin typeface="+mj-lt"/>
              </a:rPr>
              <a:t>c.GeographyKey</a:t>
            </a:r>
            <a:r>
              <a:rPr lang="en-IM" b="1" i="1" dirty="0">
                <a:solidFill>
                  <a:schemeClr val="bg1"/>
                </a:solidFill>
                <a:latin typeface="+mj-lt"/>
              </a:rPr>
              <a:t> = </a:t>
            </a:r>
            <a:r>
              <a:rPr lang="en-IM" b="1" i="1" dirty="0" err="1">
                <a:solidFill>
                  <a:schemeClr val="bg1"/>
                </a:solidFill>
                <a:latin typeface="+mj-lt"/>
              </a:rPr>
              <a:t>s.SalesTerritoryKey</a:t>
            </a:r>
            <a:r>
              <a:rPr lang="en-IM" b="1" i="1" dirty="0">
                <a:solidFill>
                  <a:schemeClr val="bg1"/>
                </a:solidFill>
                <a:latin typeface="+mj-lt"/>
              </a:rPr>
              <a:t>    WHERE </a:t>
            </a:r>
            <a:r>
              <a:rPr lang="en-IM" b="1" i="1" dirty="0" err="1">
                <a:solidFill>
                  <a:schemeClr val="bg1"/>
                </a:solidFill>
                <a:latin typeface="+mj-lt"/>
              </a:rPr>
              <a:t>s.SalesTerritoryRegion</a:t>
            </a:r>
            <a:r>
              <a:rPr lang="en-IM" b="1" i="1" dirty="0">
                <a:solidFill>
                  <a:schemeClr val="bg1"/>
                </a:solidFill>
                <a:latin typeface="+mj-lt"/>
              </a:rPr>
              <a:t> = </a:t>
            </a:r>
            <a:r>
              <a:rPr lang="en-IM" b="1" i="1" dirty="0" err="1">
                <a:solidFill>
                  <a:schemeClr val="bg1"/>
                </a:solidFill>
                <a:latin typeface="+mj-lt"/>
              </a:rPr>
              <a:t>region_name</a:t>
            </a:r>
            <a:r>
              <a:rPr lang="en-IM" b="1" i="1" dirty="0">
                <a:solidFill>
                  <a:schemeClr val="bg1"/>
                </a:solidFill>
                <a:latin typeface="+mj-lt"/>
              </a:rPr>
              <a:t>      AND </a:t>
            </a:r>
            <a:r>
              <a:rPr lang="en-IM" b="1" i="1" dirty="0" err="1">
                <a:solidFill>
                  <a:schemeClr val="bg1"/>
                </a:solidFill>
                <a:latin typeface="+mj-lt"/>
              </a:rPr>
              <a:t>c.YearlyIncome</a:t>
            </a:r>
            <a:r>
              <a:rPr lang="en-IM" b="1" i="1" dirty="0">
                <a:solidFill>
                  <a:schemeClr val="bg1"/>
                </a:solidFill>
                <a:latin typeface="+mj-lt"/>
              </a:rPr>
              <a:t> &gt; </a:t>
            </a:r>
            <a:r>
              <a:rPr lang="en-IM" b="1" i="1" dirty="0" err="1">
                <a:solidFill>
                  <a:schemeClr val="bg1"/>
                </a:solidFill>
                <a:latin typeface="+mj-lt"/>
              </a:rPr>
              <a:t>min_income</a:t>
            </a:r>
            <a:r>
              <a:rPr lang="en-IM" b="1" i="1" dirty="0">
                <a:solidFill>
                  <a:schemeClr val="bg1"/>
                </a:solidFill>
                <a:latin typeface="+mj-lt"/>
              </a:rPr>
              <a:t>;</a:t>
            </a:r>
            <a:endParaRPr lang="en-US" b="1" i="1" dirty="0">
              <a:solidFill>
                <a:schemeClr val="bg1"/>
              </a:solidFill>
              <a:latin typeface="+mj-lt"/>
            </a:endParaRPr>
          </a:p>
          <a:p>
            <a:endParaRPr lang="en-US" b="1" i="1" dirty="0">
              <a:solidFill>
                <a:schemeClr val="bg1"/>
              </a:solidFill>
              <a:latin typeface="+mj-lt"/>
            </a:endParaRPr>
          </a:p>
          <a:p>
            <a:r>
              <a:rPr lang="en-IM" b="1" i="1" dirty="0">
                <a:solidFill>
                  <a:schemeClr val="bg1"/>
                </a:solidFill>
                <a:latin typeface="+mj-lt"/>
              </a:rPr>
              <a:t>END</a:t>
            </a:r>
          </a:p>
        </p:txBody>
      </p:sp>
      <p:pic>
        <p:nvPicPr>
          <p:cNvPr id="12" name="query10(1)">
            <a:extLst>
              <a:ext uri="{FF2B5EF4-FFF2-40B4-BE49-F238E27FC236}">
                <a16:creationId xmlns:a16="http://schemas.microsoft.com/office/drawing/2014/main" id="{2DCBE91A-3257-1128-285B-F90293A4F254}"/>
              </a:ext>
            </a:extLst>
          </p:cNvPr>
          <p:cNvPicPr>
            <a:picLocks noChangeAspect="1"/>
          </p:cNvPicPr>
          <p:nvPr/>
        </p:nvPicPr>
        <p:blipFill>
          <a:blip r:embed="rId3">
            <a:extLst>
              <a:ext uri="{28A0092B-C50C-407E-A947-70E740481C1C}">
                <a14:useLocalDpi xmlns:a14="http://schemas.microsoft.com/office/drawing/2010/main" val="0"/>
              </a:ext>
            </a:extLst>
          </a:blip>
          <a:srcRect l="31846" t="32812" r="31308" b="39302"/>
          <a:stretch>
            <a:fillRect/>
          </a:stretch>
        </p:blipFill>
        <p:spPr>
          <a:xfrm>
            <a:off x="6793006" y="349053"/>
            <a:ext cx="4492284" cy="1911449"/>
          </a:xfrm>
          <a:prstGeom prst="rect">
            <a:avLst/>
          </a:prstGeom>
        </p:spPr>
      </p:pic>
    </p:spTree>
    <p:extLst>
      <p:ext uri="{BB962C8B-B14F-4D97-AF65-F5344CB8AC3E}">
        <p14:creationId xmlns:p14="http://schemas.microsoft.com/office/powerpoint/2010/main" val="5902773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childTnLst>
              </p:cTn>
              <p:nextCondLst>
                <p:cond evt="onClick" delay="0">
                  <p:tgtEl>
                    <p:spTgt spid="9"/>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xfrm>
            <a:off x="3972658" y="2599872"/>
            <a:ext cx="4246684" cy="1125415"/>
          </a:xfrm>
          <a:noFill/>
        </p:spPr>
        <p:txBody>
          <a:bodyPr anchor="b"/>
          <a:lstStyle/>
          <a:p>
            <a:pPr algn="ctr"/>
            <a:br>
              <a:rPr lang="en-US" sz="4800" dirty="0">
                <a:solidFill>
                  <a:schemeClr val="bg1"/>
                </a:solidFill>
              </a:rPr>
            </a:br>
            <a:br>
              <a:rPr lang="en-US" sz="4800" dirty="0">
                <a:solidFill>
                  <a:schemeClr val="bg1"/>
                </a:solidFill>
              </a:rPr>
            </a:br>
            <a:r>
              <a:rPr lang="en-US" sz="4800" dirty="0">
                <a:solidFill>
                  <a:schemeClr val="bg1"/>
                </a:solidFill>
              </a:rPr>
              <a:t>THANK YOU</a:t>
            </a:r>
          </a:p>
        </p:txBody>
      </p:sp>
      <p:sp>
        <p:nvSpPr>
          <p:cNvPr id="3" name="Rectangle 2">
            <a:extLst>
              <a:ext uri="{FF2B5EF4-FFF2-40B4-BE49-F238E27FC236}">
                <a16:creationId xmlns:a16="http://schemas.microsoft.com/office/drawing/2014/main" id="{70DA552E-14C9-A366-65EA-52B2DFB9E302}"/>
              </a:ext>
            </a:extLst>
          </p:cNvPr>
          <p:cNvSpPr/>
          <p:nvPr/>
        </p:nvSpPr>
        <p:spPr>
          <a:xfrm>
            <a:off x="3972658" y="4021575"/>
            <a:ext cx="4411687" cy="703385"/>
          </a:xfrm>
          <a:prstGeom prst="rect">
            <a:avLst/>
          </a:prstGeom>
          <a:noFill/>
          <a:ln>
            <a:solidFill>
              <a:schemeClr val="bg1"/>
            </a:solidFill>
          </a:ln>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M"/>
          </a:p>
        </p:txBody>
      </p:sp>
      <p:sp>
        <p:nvSpPr>
          <p:cNvPr id="5" name="TextBox 4">
            <a:extLst>
              <a:ext uri="{FF2B5EF4-FFF2-40B4-BE49-F238E27FC236}">
                <a16:creationId xmlns:a16="http://schemas.microsoft.com/office/drawing/2014/main" id="{36FFD92A-E943-48BA-7A31-8F0F706B3B6E}"/>
              </a:ext>
            </a:extLst>
          </p:cNvPr>
          <p:cNvSpPr txBox="1"/>
          <p:nvPr/>
        </p:nvSpPr>
        <p:spPr>
          <a:xfrm>
            <a:off x="4300610" y="4188601"/>
            <a:ext cx="4195690" cy="369332"/>
          </a:xfrm>
          <a:prstGeom prst="rect">
            <a:avLst/>
          </a:prstGeom>
          <a:noFill/>
        </p:spPr>
        <p:txBody>
          <a:bodyPr wrap="square">
            <a:spAutoFit/>
          </a:bodyPr>
          <a:lstStyle/>
          <a:p>
            <a:r>
              <a:rPr lang="en-US" b="1" i="1" dirty="0">
                <a:solidFill>
                  <a:schemeClr val="bg1"/>
                </a:solidFill>
                <a:latin typeface="+mj-lt"/>
              </a:rPr>
              <a:t>By Divya . R, Sai Sri Gogu and Nithin</a:t>
            </a:r>
            <a:endParaRPr lang="en-IM" b="1" i="1" dirty="0">
              <a:solidFill>
                <a:schemeClr val="bg1"/>
              </a:solidFill>
              <a:latin typeface="+mj-lt"/>
            </a:endParaRPr>
          </a:p>
        </p:txBody>
      </p:sp>
      <p:sp>
        <p:nvSpPr>
          <p:cNvPr id="6" name="Rectangle 5">
            <a:extLst>
              <a:ext uri="{FF2B5EF4-FFF2-40B4-BE49-F238E27FC236}">
                <a16:creationId xmlns:a16="http://schemas.microsoft.com/office/drawing/2014/main" id="{AF86CD97-808B-0320-8F17-168943516E5C}"/>
              </a:ext>
            </a:extLst>
          </p:cNvPr>
          <p:cNvSpPr/>
          <p:nvPr/>
        </p:nvSpPr>
        <p:spPr>
          <a:xfrm>
            <a:off x="3795932" y="2489983"/>
            <a:ext cx="4806462" cy="1345194"/>
          </a:xfrm>
          <a:prstGeom prst="rect">
            <a:avLst/>
          </a:prstGeom>
          <a:noFill/>
          <a:ln>
            <a:solidFill>
              <a:schemeClr val="bg1"/>
            </a:solidFill>
          </a:ln>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M"/>
          </a:p>
        </p:txBody>
      </p:sp>
    </p:spTree>
    <p:extLst>
      <p:ext uri="{BB962C8B-B14F-4D97-AF65-F5344CB8AC3E}">
        <p14:creationId xmlns:p14="http://schemas.microsoft.com/office/powerpoint/2010/main" val="12108021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advClick="0">
        <p159:morph option="byObject"/>
      </p:transition>
    </mc:Choice>
    <mc:Fallback xmlns="">
      <p:transition spd="slow" advClick="0">
        <p:fade/>
      </p:transition>
    </mc:Fallback>
  </mc:AlternateContent>
</p:sld>
</file>

<file path=ppt/theme/theme1.xml><?xml version="1.0" encoding="utf-8"?>
<a:theme xmlns:a="http://schemas.openxmlformats.org/drawingml/2006/main" name="AngleLinesVTI">
  <a:themeElements>
    <a:clrScheme name="Custom 34">
      <a:dk1>
        <a:sysClr val="windowText" lastClr="000000"/>
      </a:dk1>
      <a:lt1>
        <a:sysClr val="window" lastClr="FFFFFF"/>
      </a:lt1>
      <a:dk2>
        <a:srgbClr val="001E2E"/>
      </a:dk2>
      <a:lt2>
        <a:srgbClr val="F0ECEC"/>
      </a:lt2>
      <a:accent1>
        <a:srgbClr val="155767"/>
      </a:accent1>
      <a:accent2>
        <a:srgbClr val="BA9CA0"/>
      </a:accent2>
      <a:accent3>
        <a:srgbClr val="A57931"/>
      </a:accent3>
      <a:accent4>
        <a:srgbClr val="0E577C"/>
      </a:accent4>
      <a:accent5>
        <a:srgbClr val="CC846E"/>
      </a:accent5>
      <a:accent6>
        <a:srgbClr val="93767A"/>
      </a:accent6>
      <a:hlink>
        <a:srgbClr val="0563C1"/>
      </a:hlink>
      <a:folHlink>
        <a:srgbClr val="954F72"/>
      </a:folHlink>
    </a:clrScheme>
    <a:fontScheme name="Walbaum Light Univers Light">
      <a:majorFont>
        <a:latin typeface="Walbaum Display Light"/>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gleLinesVTI" id="{BC1FC193-C72F-4761-9899-1105EDF6BAE8}" vid="{64612625-F022-44B7-B9FA-9D26DEDBDC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20BE78-9FDF-401B-B412-3AA10EC5BEA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30E62E91-3991-445A-ADE0-DB143B39320F}">
  <ds:schemaRefs>
    <ds:schemaRef ds:uri="http://schemas.microsoft.com/sharepoint/v3/contenttype/forms"/>
  </ds:schemaRefs>
</ds:datastoreItem>
</file>

<file path=customXml/itemProps3.xml><?xml version="1.0" encoding="utf-8"?>
<ds:datastoreItem xmlns:ds="http://schemas.openxmlformats.org/officeDocument/2006/customXml" ds:itemID="{1C180A77-4928-484F-9529-F716C85D6A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Angle lines design</Template>
  <TotalTime>959</TotalTime>
  <Words>951</Words>
  <Application>Microsoft Office PowerPoint</Application>
  <PresentationFormat>Widescreen</PresentationFormat>
  <Paragraphs>137</Paragraphs>
  <Slides>16</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Calibri</vt:lpstr>
      <vt:lpstr>Univers Condensed Light</vt:lpstr>
      <vt:lpstr>Walbaum Display Light</vt:lpstr>
      <vt:lpstr>AngleLinesVTI</vt:lpstr>
      <vt:lpstr>PowerPoint Presentation</vt:lpstr>
      <vt:lpstr>PowerPoint Presentation</vt:lpstr>
      <vt:lpstr>PowerPoint Presentation</vt:lpstr>
      <vt:lpstr>Introduction</vt:lpstr>
      <vt:lpstr>Problem statement</vt:lpstr>
      <vt:lpstr>Key metrics and business insights </vt:lpstr>
      <vt:lpstr>Excel dashboard</vt:lpstr>
      <vt:lpstr>PowerPoint Presentation</vt:lpstr>
      <vt:lpstr>Power bi DASHBOARD</vt:lpstr>
      <vt:lpstr>Sql queries</vt:lpstr>
      <vt:lpstr>PowerPoint Presentation</vt:lpstr>
      <vt:lpstr>PowerPoint Presentation</vt:lpstr>
      <vt:lpstr>PowerPoint Presentation</vt:lpstr>
      <vt:lpstr>PowerPoint Presentation</vt:lpstr>
      <vt:lpstr>PowerPoint Presentation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divyarramamurthy@gmail.com</dc:creator>
  <cp:lastModifiedBy>divyarramamurthy@gmail.com</cp:lastModifiedBy>
  <cp:revision>2</cp:revision>
  <dcterms:created xsi:type="dcterms:W3CDTF">2025-07-02T07:08:09Z</dcterms:created>
  <dcterms:modified xsi:type="dcterms:W3CDTF">2025-07-06T10:39:18Z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